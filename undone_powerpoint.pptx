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  <p:sldId id="262" r:id="rId5"/>
    <p:sldId id="271" r:id="rId6"/>
    <p:sldId id="260" r:id="rId7"/>
    <p:sldId id="261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5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85"/>
    <p:restoredTop sz="94703"/>
  </p:normalViewPr>
  <p:slideViewPr>
    <p:cSldViewPr snapToGrid="0">
      <p:cViewPr varScale="1">
        <p:scale>
          <a:sx n="125" d="100"/>
          <a:sy n="125" d="100"/>
        </p:scale>
        <p:origin x="168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3">
  <dgm:title val=""/>
  <dgm:desc val=""/>
  <dgm:catLst>
    <dgm:cat type="accent5" pri="11300"/>
  </dgm:catLst>
  <dgm:styleLbl name="node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shade val="80000"/>
      </a:schemeClr>
      <a:schemeClr val="accent5">
        <a:tint val="7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/>
    <dgm:txEffectClrLst/>
  </dgm:styleLbl>
  <dgm:styleLbl name="ln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9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8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3">
  <dgm:title val=""/>
  <dgm:desc val=""/>
  <dgm:catLst>
    <dgm:cat type="accent5" pri="11300"/>
  </dgm:catLst>
  <dgm:styleLbl name="node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shade val="80000"/>
      </a:schemeClr>
      <a:schemeClr val="accent5">
        <a:tint val="7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/>
    <dgm:txEffectClrLst/>
  </dgm:styleLbl>
  <dgm:styleLbl name="ln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9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8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83EBB50-B83F-7D4D-BF6B-8C48606624AD}" type="doc">
      <dgm:prSet loTypeId="urn:microsoft.com/office/officeart/2005/8/layout/process1" loCatId="process" qsTypeId="urn:microsoft.com/office/officeart/2005/8/quickstyle/simple4" qsCatId="simple" csTypeId="urn:microsoft.com/office/officeart/2005/8/colors/accent5_3" csCatId="accent5" phldr="1"/>
      <dgm:spPr/>
      <dgm:t>
        <a:bodyPr/>
        <a:lstStyle/>
        <a:p>
          <a:endParaRPr lang="en-US"/>
        </a:p>
      </dgm:t>
    </dgm:pt>
    <dgm:pt modelId="{087FCA08-65CD-9041-932E-2EC282ABC5AC}">
      <dgm:prSet/>
      <dgm:spPr/>
      <dgm:t>
        <a:bodyPr/>
        <a:lstStyle/>
        <a:p>
          <a:r>
            <a:rPr lang="en-US" dirty="0"/>
            <a:t>Product dataset</a:t>
          </a:r>
        </a:p>
      </dgm:t>
    </dgm:pt>
    <dgm:pt modelId="{9F430B0D-8515-E24D-934F-1EB944F421EA}" type="parTrans" cxnId="{76395AAB-3F2E-EA44-8235-D0A3C5F08AB3}">
      <dgm:prSet/>
      <dgm:spPr/>
      <dgm:t>
        <a:bodyPr/>
        <a:lstStyle/>
        <a:p>
          <a:endParaRPr lang="en-US"/>
        </a:p>
      </dgm:t>
    </dgm:pt>
    <dgm:pt modelId="{B0A1892B-B62A-8F42-BE32-E63F00EEA405}" type="sibTrans" cxnId="{76395AAB-3F2E-EA44-8235-D0A3C5F08AB3}">
      <dgm:prSet/>
      <dgm:spPr/>
      <dgm:t>
        <a:bodyPr/>
        <a:lstStyle/>
        <a:p>
          <a:endParaRPr lang="en-US"/>
        </a:p>
      </dgm:t>
    </dgm:pt>
    <dgm:pt modelId="{E5D6F63A-E951-BA48-8DF5-5C69A6FEF52C}">
      <dgm:prSet/>
      <dgm:spPr/>
      <dgm:t>
        <a:bodyPr/>
        <a:lstStyle/>
        <a:p>
          <a:r>
            <a:rPr lang="en-US" dirty="0"/>
            <a:t>Feature Engineering</a:t>
          </a:r>
        </a:p>
      </dgm:t>
    </dgm:pt>
    <dgm:pt modelId="{EFE32F93-EB42-4947-BEBC-0C40E3D2325B}" type="parTrans" cxnId="{5C38D09F-E452-0548-BB19-32143F54DF00}">
      <dgm:prSet/>
      <dgm:spPr/>
      <dgm:t>
        <a:bodyPr/>
        <a:lstStyle/>
        <a:p>
          <a:endParaRPr lang="en-US"/>
        </a:p>
      </dgm:t>
    </dgm:pt>
    <dgm:pt modelId="{5CBBEFD5-786E-EA44-A061-F798210E303E}" type="sibTrans" cxnId="{5C38D09F-E452-0548-BB19-32143F54DF00}">
      <dgm:prSet/>
      <dgm:spPr/>
      <dgm:t>
        <a:bodyPr/>
        <a:lstStyle/>
        <a:p>
          <a:endParaRPr lang="en-US"/>
        </a:p>
      </dgm:t>
    </dgm:pt>
    <dgm:pt modelId="{76CA8B72-2C26-7648-81D5-3CB0017BD6D5}">
      <dgm:prSet/>
      <dgm:spPr/>
      <dgm:t>
        <a:bodyPr/>
        <a:lstStyle/>
        <a:p>
          <a:r>
            <a:rPr lang="en-US" dirty="0"/>
            <a:t>Apply Preprocessing</a:t>
          </a:r>
        </a:p>
      </dgm:t>
    </dgm:pt>
    <dgm:pt modelId="{AC91F0EC-C514-4F4C-830A-58DCFFCB014F}" type="parTrans" cxnId="{CCDD90BE-B491-CB4F-80E4-5C58304CB859}">
      <dgm:prSet/>
      <dgm:spPr/>
      <dgm:t>
        <a:bodyPr/>
        <a:lstStyle/>
        <a:p>
          <a:endParaRPr lang="en-US"/>
        </a:p>
      </dgm:t>
    </dgm:pt>
    <dgm:pt modelId="{A35328A7-2974-7C48-AA5D-3E645D3DC9DC}" type="sibTrans" cxnId="{CCDD90BE-B491-CB4F-80E4-5C58304CB859}">
      <dgm:prSet/>
      <dgm:spPr/>
      <dgm:t>
        <a:bodyPr/>
        <a:lstStyle/>
        <a:p>
          <a:endParaRPr lang="en-US"/>
        </a:p>
      </dgm:t>
    </dgm:pt>
    <dgm:pt modelId="{B8D8A19A-C9FA-1847-B28F-40B39A9DD3BC}">
      <dgm:prSet/>
      <dgm:spPr/>
      <dgm:t>
        <a:bodyPr/>
        <a:lstStyle/>
        <a:p>
          <a:r>
            <a:rPr lang="en-US" dirty="0"/>
            <a:t>Find K nearest</a:t>
          </a:r>
        </a:p>
      </dgm:t>
    </dgm:pt>
    <dgm:pt modelId="{2990CE41-C57E-2645-BB46-A6932A742788}" type="parTrans" cxnId="{3FEEF752-EDDA-6445-AD36-DF041EC261F3}">
      <dgm:prSet/>
      <dgm:spPr/>
      <dgm:t>
        <a:bodyPr/>
        <a:lstStyle/>
        <a:p>
          <a:endParaRPr lang="en-US"/>
        </a:p>
      </dgm:t>
    </dgm:pt>
    <dgm:pt modelId="{C4850A27-B723-8E4D-A782-CAE98D1C4150}" type="sibTrans" cxnId="{3FEEF752-EDDA-6445-AD36-DF041EC261F3}">
      <dgm:prSet/>
      <dgm:spPr/>
      <dgm:t>
        <a:bodyPr/>
        <a:lstStyle/>
        <a:p>
          <a:endParaRPr lang="en-US"/>
        </a:p>
      </dgm:t>
    </dgm:pt>
    <dgm:pt modelId="{D234799F-C8C9-4843-A7D9-24F0C45D92BC}">
      <dgm:prSet/>
      <dgm:spPr/>
      <dgm:t>
        <a:bodyPr/>
        <a:lstStyle/>
        <a:p>
          <a:r>
            <a:rPr lang="en-US" dirty="0"/>
            <a:t>Compute distance</a:t>
          </a:r>
        </a:p>
      </dgm:t>
    </dgm:pt>
    <dgm:pt modelId="{30398E10-CA85-2A49-AD26-79DB340C0722}" type="parTrans" cxnId="{F0B4B3B9-55E7-7F4C-9805-F8C0F97EA1FD}">
      <dgm:prSet/>
      <dgm:spPr/>
      <dgm:t>
        <a:bodyPr/>
        <a:lstStyle/>
        <a:p>
          <a:endParaRPr lang="en-US"/>
        </a:p>
      </dgm:t>
    </dgm:pt>
    <dgm:pt modelId="{1A3D501C-7476-9241-8362-F63147528809}" type="sibTrans" cxnId="{F0B4B3B9-55E7-7F4C-9805-F8C0F97EA1FD}">
      <dgm:prSet/>
      <dgm:spPr/>
      <dgm:t>
        <a:bodyPr/>
        <a:lstStyle/>
        <a:p>
          <a:endParaRPr lang="en-US"/>
        </a:p>
      </dgm:t>
    </dgm:pt>
    <dgm:pt modelId="{2312A882-FAC5-704A-80FA-C96120E86BE6}">
      <dgm:prSet/>
      <dgm:spPr/>
      <dgm:t>
        <a:bodyPr/>
        <a:lstStyle/>
        <a:p>
          <a:r>
            <a:rPr lang="en-US" dirty="0"/>
            <a:t>Return similar  Products</a:t>
          </a:r>
        </a:p>
      </dgm:t>
    </dgm:pt>
    <dgm:pt modelId="{832612C2-E861-DF4E-9F8D-05DE7A64B0ED}" type="parTrans" cxnId="{A172C1E2-D14B-3A4A-AF25-3CB887882F14}">
      <dgm:prSet/>
      <dgm:spPr/>
      <dgm:t>
        <a:bodyPr/>
        <a:lstStyle/>
        <a:p>
          <a:endParaRPr lang="en-US"/>
        </a:p>
      </dgm:t>
    </dgm:pt>
    <dgm:pt modelId="{5E946CBE-659A-2B4E-9AC0-8CAED4E44033}" type="sibTrans" cxnId="{A172C1E2-D14B-3A4A-AF25-3CB887882F14}">
      <dgm:prSet/>
      <dgm:spPr/>
      <dgm:t>
        <a:bodyPr/>
        <a:lstStyle/>
        <a:p>
          <a:endParaRPr lang="en-US"/>
        </a:p>
      </dgm:t>
    </dgm:pt>
    <dgm:pt modelId="{4E5E1027-B55A-9B40-BAFE-AB1DDC09E51A}" type="pres">
      <dgm:prSet presAssocID="{983EBB50-B83F-7D4D-BF6B-8C48606624AD}" presName="Name0" presStyleCnt="0">
        <dgm:presLayoutVars>
          <dgm:dir/>
          <dgm:resizeHandles val="exact"/>
        </dgm:presLayoutVars>
      </dgm:prSet>
      <dgm:spPr/>
    </dgm:pt>
    <dgm:pt modelId="{2341DABE-B36A-C94C-B9E8-475C7F24EB92}" type="pres">
      <dgm:prSet presAssocID="{087FCA08-65CD-9041-932E-2EC282ABC5AC}" presName="node" presStyleLbl="node1" presStyleIdx="0" presStyleCnt="6">
        <dgm:presLayoutVars>
          <dgm:bulletEnabled val="1"/>
        </dgm:presLayoutVars>
      </dgm:prSet>
      <dgm:spPr/>
    </dgm:pt>
    <dgm:pt modelId="{B1BC4376-D4F2-B848-B7E3-6FF47C81A97E}" type="pres">
      <dgm:prSet presAssocID="{B0A1892B-B62A-8F42-BE32-E63F00EEA405}" presName="sibTrans" presStyleLbl="sibTrans2D1" presStyleIdx="0" presStyleCnt="5"/>
      <dgm:spPr/>
    </dgm:pt>
    <dgm:pt modelId="{F6E3CFC9-8374-EF4A-9676-93246B6FCCA5}" type="pres">
      <dgm:prSet presAssocID="{B0A1892B-B62A-8F42-BE32-E63F00EEA405}" presName="connectorText" presStyleLbl="sibTrans2D1" presStyleIdx="0" presStyleCnt="5"/>
      <dgm:spPr/>
    </dgm:pt>
    <dgm:pt modelId="{70709090-79BF-3D4C-8BD1-2CF13A688549}" type="pres">
      <dgm:prSet presAssocID="{E5D6F63A-E951-BA48-8DF5-5C69A6FEF52C}" presName="node" presStyleLbl="node1" presStyleIdx="1" presStyleCnt="6">
        <dgm:presLayoutVars>
          <dgm:bulletEnabled val="1"/>
        </dgm:presLayoutVars>
      </dgm:prSet>
      <dgm:spPr/>
    </dgm:pt>
    <dgm:pt modelId="{A2064470-4B04-7F49-BE44-FAF62CAC8470}" type="pres">
      <dgm:prSet presAssocID="{5CBBEFD5-786E-EA44-A061-F798210E303E}" presName="sibTrans" presStyleLbl="sibTrans2D1" presStyleIdx="1" presStyleCnt="5"/>
      <dgm:spPr/>
    </dgm:pt>
    <dgm:pt modelId="{4D1397BD-AD8E-6A4F-92FF-075D00BFEECF}" type="pres">
      <dgm:prSet presAssocID="{5CBBEFD5-786E-EA44-A061-F798210E303E}" presName="connectorText" presStyleLbl="sibTrans2D1" presStyleIdx="1" presStyleCnt="5"/>
      <dgm:spPr/>
    </dgm:pt>
    <dgm:pt modelId="{59DD6E6A-1115-B94A-B1D0-FB5CD4A385BB}" type="pres">
      <dgm:prSet presAssocID="{76CA8B72-2C26-7648-81D5-3CB0017BD6D5}" presName="node" presStyleLbl="node1" presStyleIdx="2" presStyleCnt="6">
        <dgm:presLayoutVars>
          <dgm:bulletEnabled val="1"/>
        </dgm:presLayoutVars>
      </dgm:prSet>
      <dgm:spPr/>
    </dgm:pt>
    <dgm:pt modelId="{F8F70583-B863-DA4A-B362-83E114E60F45}" type="pres">
      <dgm:prSet presAssocID="{A35328A7-2974-7C48-AA5D-3E645D3DC9DC}" presName="sibTrans" presStyleLbl="sibTrans2D1" presStyleIdx="2" presStyleCnt="5"/>
      <dgm:spPr/>
    </dgm:pt>
    <dgm:pt modelId="{5BD2C701-4527-6A42-BE63-A9F2351229EB}" type="pres">
      <dgm:prSet presAssocID="{A35328A7-2974-7C48-AA5D-3E645D3DC9DC}" presName="connectorText" presStyleLbl="sibTrans2D1" presStyleIdx="2" presStyleCnt="5"/>
      <dgm:spPr/>
    </dgm:pt>
    <dgm:pt modelId="{83623E1B-E516-FC40-8D8E-881E6A7297E0}" type="pres">
      <dgm:prSet presAssocID="{D234799F-C8C9-4843-A7D9-24F0C45D92BC}" presName="node" presStyleLbl="node1" presStyleIdx="3" presStyleCnt="6">
        <dgm:presLayoutVars>
          <dgm:bulletEnabled val="1"/>
        </dgm:presLayoutVars>
      </dgm:prSet>
      <dgm:spPr/>
    </dgm:pt>
    <dgm:pt modelId="{F43C4C3A-CD8C-0C49-818A-B1E191107B01}" type="pres">
      <dgm:prSet presAssocID="{1A3D501C-7476-9241-8362-F63147528809}" presName="sibTrans" presStyleLbl="sibTrans2D1" presStyleIdx="3" presStyleCnt="5"/>
      <dgm:spPr/>
    </dgm:pt>
    <dgm:pt modelId="{E5BBB941-10F6-EC4F-ADCA-DFA2920FB7A1}" type="pres">
      <dgm:prSet presAssocID="{1A3D501C-7476-9241-8362-F63147528809}" presName="connectorText" presStyleLbl="sibTrans2D1" presStyleIdx="3" presStyleCnt="5"/>
      <dgm:spPr/>
    </dgm:pt>
    <dgm:pt modelId="{A1CF4FB7-3FC7-E04F-A177-A050F8481DF7}" type="pres">
      <dgm:prSet presAssocID="{B8D8A19A-C9FA-1847-B28F-40B39A9DD3BC}" presName="node" presStyleLbl="node1" presStyleIdx="4" presStyleCnt="6">
        <dgm:presLayoutVars>
          <dgm:bulletEnabled val="1"/>
        </dgm:presLayoutVars>
      </dgm:prSet>
      <dgm:spPr/>
    </dgm:pt>
    <dgm:pt modelId="{4D602E47-7E4A-5340-9DC4-E4CE965D8D9E}" type="pres">
      <dgm:prSet presAssocID="{C4850A27-B723-8E4D-A782-CAE98D1C4150}" presName="sibTrans" presStyleLbl="sibTrans2D1" presStyleIdx="4" presStyleCnt="5"/>
      <dgm:spPr/>
    </dgm:pt>
    <dgm:pt modelId="{AFC43D0B-263B-A54C-B5ED-E38C8969C23D}" type="pres">
      <dgm:prSet presAssocID="{C4850A27-B723-8E4D-A782-CAE98D1C4150}" presName="connectorText" presStyleLbl="sibTrans2D1" presStyleIdx="4" presStyleCnt="5"/>
      <dgm:spPr/>
    </dgm:pt>
    <dgm:pt modelId="{BC5202C6-780A-2147-937E-F02C6D964858}" type="pres">
      <dgm:prSet presAssocID="{2312A882-FAC5-704A-80FA-C96120E86BE6}" presName="node" presStyleLbl="node1" presStyleIdx="5" presStyleCnt="6">
        <dgm:presLayoutVars>
          <dgm:bulletEnabled val="1"/>
        </dgm:presLayoutVars>
      </dgm:prSet>
      <dgm:spPr/>
    </dgm:pt>
  </dgm:ptLst>
  <dgm:cxnLst>
    <dgm:cxn modelId="{1F58A401-1256-6D42-B53A-429E3FBFBB1D}" type="presOf" srcId="{5CBBEFD5-786E-EA44-A061-F798210E303E}" destId="{4D1397BD-AD8E-6A4F-92FF-075D00BFEECF}" srcOrd="1" destOrd="0" presId="urn:microsoft.com/office/officeart/2005/8/layout/process1"/>
    <dgm:cxn modelId="{14632306-9787-B54D-BB2C-1F04C3655948}" type="presOf" srcId="{A35328A7-2974-7C48-AA5D-3E645D3DC9DC}" destId="{5BD2C701-4527-6A42-BE63-A9F2351229EB}" srcOrd="1" destOrd="0" presId="urn:microsoft.com/office/officeart/2005/8/layout/process1"/>
    <dgm:cxn modelId="{75626E0F-53A6-214B-896F-AE426B139703}" type="presOf" srcId="{E5D6F63A-E951-BA48-8DF5-5C69A6FEF52C}" destId="{70709090-79BF-3D4C-8BD1-2CF13A688549}" srcOrd="0" destOrd="0" presId="urn:microsoft.com/office/officeart/2005/8/layout/process1"/>
    <dgm:cxn modelId="{D9C22E10-A773-7942-B32B-845D07782FEF}" type="presOf" srcId="{B0A1892B-B62A-8F42-BE32-E63F00EEA405}" destId="{B1BC4376-D4F2-B848-B7E3-6FF47C81A97E}" srcOrd="0" destOrd="0" presId="urn:microsoft.com/office/officeart/2005/8/layout/process1"/>
    <dgm:cxn modelId="{158AA012-2D6A-2144-B5BA-B2057D888F4E}" type="presOf" srcId="{5CBBEFD5-786E-EA44-A061-F798210E303E}" destId="{A2064470-4B04-7F49-BE44-FAF62CAC8470}" srcOrd="0" destOrd="0" presId="urn:microsoft.com/office/officeart/2005/8/layout/process1"/>
    <dgm:cxn modelId="{1C648017-BBAA-FE46-A0F9-B20CCCE54BCF}" type="presOf" srcId="{983EBB50-B83F-7D4D-BF6B-8C48606624AD}" destId="{4E5E1027-B55A-9B40-BAFE-AB1DDC09E51A}" srcOrd="0" destOrd="0" presId="urn:microsoft.com/office/officeart/2005/8/layout/process1"/>
    <dgm:cxn modelId="{DD3BDB19-725F-5F44-BEE7-0EBDC4E9F1C5}" type="presOf" srcId="{C4850A27-B723-8E4D-A782-CAE98D1C4150}" destId="{4D602E47-7E4A-5340-9DC4-E4CE965D8D9E}" srcOrd="0" destOrd="0" presId="urn:microsoft.com/office/officeart/2005/8/layout/process1"/>
    <dgm:cxn modelId="{F95C9C27-E800-9E45-A3C4-D41079C0B89B}" type="presOf" srcId="{2312A882-FAC5-704A-80FA-C96120E86BE6}" destId="{BC5202C6-780A-2147-937E-F02C6D964858}" srcOrd="0" destOrd="0" presId="urn:microsoft.com/office/officeart/2005/8/layout/process1"/>
    <dgm:cxn modelId="{957A7D2B-A50B-B54B-8387-CD5938178CE7}" type="presOf" srcId="{76CA8B72-2C26-7648-81D5-3CB0017BD6D5}" destId="{59DD6E6A-1115-B94A-B1D0-FB5CD4A385BB}" srcOrd="0" destOrd="0" presId="urn:microsoft.com/office/officeart/2005/8/layout/process1"/>
    <dgm:cxn modelId="{D4C23C2E-69CE-014B-8956-D155B74903DD}" type="presOf" srcId="{1A3D501C-7476-9241-8362-F63147528809}" destId="{F43C4C3A-CD8C-0C49-818A-B1E191107B01}" srcOrd="0" destOrd="0" presId="urn:microsoft.com/office/officeart/2005/8/layout/process1"/>
    <dgm:cxn modelId="{D6EB0937-C5CB-8D49-9782-CF652117B2B0}" type="presOf" srcId="{D234799F-C8C9-4843-A7D9-24F0C45D92BC}" destId="{83623E1B-E516-FC40-8D8E-881E6A7297E0}" srcOrd="0" destOrd="0" presId="urn:microsoft.com/office/officeart/2005/8/layout/process1"/>
    <dgm:cxn modelId="{6C99984F-CA7E-AC4C-A19B-34CD9AB87598}" type="presOf" srcId="{B8D8A19A-C9FA-1847-B28F-40B39A9DD3BC}" destId="{A1CF4FB7-3FC7-E04F-A177-A050F8481DF7}" srcOrd="0" destOrd="0" presId="urn:microsoft.com/office/officeart/2005/8/layout/process1"/>
    <dgm:cxn modelId="{3FEEF752-EDDA-6445-AD36-DF041EC261F3}" srcId="{983EBB50-B83F-7D4D-BF6B-8C48606624AD}" destId="{B8D8A19A-C9FA-1847-B28F-40B39A9DD3BC}" srcOrd="4" destOrd="0" parTransId="{2990CE41-C57E-2645-BB46-A6932A742788}" sibTransId="{C4850A27-B723-8E4D-A782-CAE98D1C4150}"/>
    <dgm:cxn modelId="{E614A065-F7A7-7741-BD12-5EA0502CE8E8}" type="presOf" srcId="{1A3D501C-7476-9241-8362-F63147528809}" destId="{E5BBB941-10F6-EC4F-ADCA-DFA2920FB7A1}" srcOrd="1" destOrd="0" presId="urn:microsoft.com/office/officeart/2005/8/layout/process1"/>
    <dgm:cxn modelId="{5B19787B-D67A-8442-B590-5454D8D229C0}" type="presOf" srcId="{087FCA08-65CD-9041-932E-2EC282ABC5AC}" destId="{2341DABE-B36A-C94C-B9E8-475C7F24EB92}" srcOrd="0" destOrd="0" presId="urn:microsoft.com/office/officeart/2005/8/layout/process1"/>
    <dgm:cxn modelId="{5C38D09F-E452-0548-BB19-32143F54DF00}" srcId="{983EBB50-B83F-7D4D-BF6B-8C48606624AD}" destId="{E5D6F63A-E951-BA48-8DF5-5C69A6FEF52C}" srcOrd="1" destOrd="0" parTransId="{EFE32F93-EB42-4947-BEBC-0C40E3D2325B}" sibTransId="{5CBBEFD5-786E-EA44-A061-F798210E303E}"/>
    <dgm:cxn modelId="{76395AAB-3F2E-EA44-8235-D0A3C5F08AB3}" srcId="{983EBB50-B83F-7D4D-BF6B-8C48606624AD}" destId="{087FCA08-65CD-9041-932E-2EC282ABC5AC}" srcOrd="0" destOrd="0" parTransId="{9F430B0D-8515-E24D-934F-1EB944F421EA}" sibTransId="{B0A1892B-B62A-8F42-BE32-E63F00EEA405}"/>
    <dgm:cxn modelId="{F0B4B3B9-55E7-7F4C-9805-F8C0F97EA1FD}" srcId="{983EBB50-B83F-7D4D-BF6B-8C48606624AD}" destId="{D234799F-C8C9-4843-A7D9-24F0C45D92BC}" srcOrd="3" destOrd="0" parTransId="{30398E10-CA85-2A49-AD26-79DB340C0722}" sibTransId="{1A3D501C-7476-9241-8362-F63147528809}"/>
    <dgm:cxn modelId="{CCDD90BE-B491-CB4F-80E4-5C58304CB859}" srcId="{983EBB50-B83F-7D4D-BF6B-8C48606624AD}" destId="{76CA8B72-2C26-7648-81D5-3CB0017BD6D5}" srcOrd="2" destOrd="0" parTransId="{AC91F0EC-C514-4F4C-830A-58DCFFCB014F}" sibTransId="{A35328A7-2974-7C48-AA5D-3E645D3DC9DC}"/>
    <dgm:cxn modelId="{4999A4BE-DFD9-4B4C-BA7E-876FD17D788D}" type="presOf" srcId="{C4850A27-B723-8E4D-A782-CAE98D1C4150}" destId="{AFC43D0B-263B-A54C-B5ED-E38C8969C23D}" srcOrd="1" destOrd="0" presId="urn:microsoft.com/office/officeart/2005/8/layout/process1"/>
    <dgm:cxn modelId="{A172C1E2-D14B-3A4A-AF25-3CB887882F14}" srcId="{983EBB50-B83F-7D4D-BF6B-8C48606624AD}" destId="{2312A882-FAC5-704A-80FA-C96120E86BE6}" srcOrd="5" destOrd="0" parTransId="{832612C2-E861-DF4E-9F8D-05DE7A64B0ED}" sibTransId="{5E946CBE-659A-2B4E-9AC0-8CAED4E44033}"/>
    <dgm:cxn modelId="{B33795F5-1F17-0147-A566-C6DA5C812E19}" type="presOf" srcId="{A35328A7-2974-7C48-AA5D-3E645D3DC9DC}" destId="{F8F70583-B863-DA4A-B362-83E114E60F45}" srcOrd="0" destOrd="0" presId="urn:microsoft.com/office/officeart/2005/8/layout/process1"/>
    <dgm:cxn modelId="{73DB21FB-ABAE-2340-92D4-09ECAA25482F}" type="presOf" srcId="{B0A1892B-B62A-8F42-BE32-E63F00EEA405}" destId="{F6E3CFC9-8374-EF4A-9676-93246B6FCCA5}" srcOrd="1" destOrd="0" presId="urn:microsoft.com/office/officeart/2005/8/layout/process1"/>
    <dgm:cxn modelId="{CC5C2EAE-A641-6541-9963-B93729CBEF33}" type="presParOf" srcId="{4E5E1027-B55A-9B40-BAFE-AB1DDC09E51A}" destId="{2341DABE-B36A-C94C-B9E8-475C7F24EB92}" srcOrd="0" destOrd="0" presId="urn:microsoft.com/office/officeart/2005/8/layout/process1"/>
    <dgm:cxn modelId="{4AC29BD5-4AB1-3D45-821A-7E9E23A4BAA8}" type="presParOf" srcId="{4E5E1027-B55A-9B40-BAFE-AB1DDC09E51A}" destId="{B1BC4376-D4F2-B848-B7E3-6FF47C81A97E}" srcOrd="1" destOrd="0" presId="urn:microsoft.com/office/officeart/2005/8/layout/process1"/>
    <dgm:cxn modelId="{706E9E9E-25CC-E94E-BE3C-82C4CB9D5F89}" type="presParOf" srcId="{B1BC4376-D4F2-B848-B7E3-6FF47C81A97E}" destId="{F6E3CFC9-8374-EF4A-9676-93246B6FCCA5}" srcOrd="0" destOrd="0" presId="urn:microsoft.com/office/officeart/2005/8/layout/process1"/>
    <dgm:cxn modelId="{89D9908A-F449-9B4D-893D-A94E9F504F65}" type="presParOf" srcId="{4E5E1027-B55A-9B40-BAFE-AB1DDC09E51A}" destId="{70709090-79BF-3D4C-8BD1-2CF13A688549}" srcOrd="2" destOrd="0" presId="urn:microsoft.com/office/officeart/2005/8/layout/process1"/>
    <dgm:cxn modelId="{1D31F1C7-611E-BB46-81F9-EDA2194152BB}" type="presParOf" srcId="{4E5E1027-B55A-9B40-BAFE-AB1DDC09E51A}" destId="{A2064470-4B04-7F49-BE44-FAF62CAC8470}" srcOrd="3" destOrd="0" presId="urn:microsoft.com/office/officeart/2005/8/layout/process1"/>
    <dgm:cxn modelId="{190408F1-F350-6041-882D-4A0463814020}" type="presParOf" srcId="{A2064470-4B04-7F49-BE44-FAF62CAC8470}" destId="{4D1397BD-AD8E-6A4F-92FF-075D00BFEECF}" srcOrd="0" destOrd="0" presId="urn:microsoft.com/office/officeart/2005/8/layout/process1"/>
    <dgm:cxn modelId="{04D45BE5-139A-8B44-8E07-6100B97289CF}" type="presParOf" srcId="{4E5E1027-B55A-9B40-BAFE-AB1DDC09E51A}" destId="{59DD6E6A-1115-B94A-B1D0-FB5CD4A385BB}" srcOrd="4" destOrd="0" presId="urn:microsoft.com/office/officeart/2005/8/layout/process1"/>
    <dgm:cxn modelId="{70DF9F2D-5387-8848-956B-D38C688B0DDF}" type="presParOf" srcId="{4E5E1027-B55A-9B40-BAFE-AB1DDC09E51A}" destId="{F8F70583-B863-DA4A-B362-83E114E60F45}" srcOrd="5" destOrd="0" presId="urn:microsoft.com/office/officeart/2005/8/layout/process1"/>
    <dgm:cxn modelId="{37F3DA72-DEAF-DA49-B677-15E2D8F479FA}" type="presParOf" srcId="{F8F70583-B863-DA4A-B362-83E114E60F45}" destId="{5BD2C701-4527-6A42-BE63-A9F2351229EB}" srcOrd="0" destOrd="0" presId="urn:microsoft.com/office/officeart/2005/8/layout/process1"/>
    <dgm:cxn modelId="{4B3AACDA-B2F1-A34E-88B6-1FEB3FFD11FC}" type="presParOf" srcId="{4E5E1027-B55A-9B40-BAFE-AB1DDC09E51A}" destId="{83623E1B-E516-FC40-8D8E-881E6A7297E0}" srcOrd="6" destOrd="0" presId="urn:microsoft.com/office/officeart/2005/8/layout/process1"/>
    <dgm:cxn modelId="{C586D9E1-2DBB-CA46-B2FA-E8C98AA01B8D}" type="presParOf" srcId="{4E5E1027-B55A-9B40-BAFE-AB1DDC09E51A}" destId="{F43C4C3A-CD8C-0C49-818A-B1E191107B01}" srcOrd="7" destOrd="0" presId="urn:microsoft.com/office/officeart/2005/8/layout/process1"/>
    <dgm:cxn modelId="{236CB0C3-4106-5C40-82F1-8F1254876D22}" type="presParOf" srcId="{F43C4C3A-CD8C-0C49-818A-B1E191107B01}" destId="{E5BBB941-10F6-EC4F-ADCA-DFA2920FB7A1}" srcOrd="0" destOrd="0" presId="urn:microsoft.com/office/officeart/2005/8/layout/process1"/>
    <dgm:cxn modelId="{6F0B9CF1-6659-F74C-80B0-427C9116CF74}" type="presParOf" srcId="{4E5E1027-B55A-9B40-BAFE-AB1DDC09E51A}" destId="{A1CF4FB7-3FC7-E04F-A177-A050F8481DF7}" srcOrd="8" destOrd="0" presId="urn:microsoft.com/office/officeart/2005/8/layout/process1"/>
    <dgm:cxn modelId="{E8A3AA68-93B3-F145-BC9F-A2C564577E7C}" type="presParOf" srcId="{4E5E1027-B55A-9B40-BAFE-AB1DDC09E51A}" destId="{4D602E47-7E4A-5340-9DC4-E4CE965D8D9E}" srcOrd="9" destOrd="0" presId="urn:microsoft.com/office/officeart/2005/8/layout/process1"/>
    <dgm:cxn modelId="{B7D08B35-0678-5B42-9A25-02DB94C9A452}" type="presParOf" srcId="{4D602E47-7E4A-5340-9DC4-E4CE965D8D9E}" destId="{AFC43D0B-263B-A54C-B5ED-E38C8969C23D}" srcOrd="0" destOrd="0" presId="urn:microsoft.com/office/officeart/2005/8/layout/process1"/>
    <dgm:cxn modelId="{CDDEF1DF-DF6C-F24D-8DBB-6683653CA589}" type="presParOf" srcId="{4E5E1027-B55A-9B40-BAFE-AB1DDC09E51A}" destId="{BC5202C6-780A-2147-937E-F02C6D964858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83EBB50-B83F-7D4D-BF6B-8C48606624AD}" type="doc">
      <dgm:prSet loTypeId="urn:microsoft.com/office/officeart/2005/8/layout/process1" loCatId="process" qsTypeId="urn:microsoft.com/office/officeart/2005/8/quickstyle/simple4" qsCatId="simple" csTypeId="urn:microsoft.com/office/officeart/2005/8/colors/accent5_3" csCatId="accent5" phldr="1"/>
      <dgm:spPr/>
      <dgm:t>
        <a:bodyPr/>
        <a:lstStyle/>
        <a:p>
          <a:endParaRPr lang="en-US"/>
        </a:p>
      </dgm:t>
    </dgm:pt>
    <dgm:pt modelId="{E5D6F63A-E951-BA48-8DF5-5C69A6FEF52C}">
      <dgm:prSet/>
      <dgm:spPr/>
      <dgm:t>
        <a:bodyPr/>
        <a:lstStyle/>
        <a:p>
          <a:pPr algn="l"/>
          <a:r>
            <a:rPr lang="en-US" dirty="0">
              <a:solidFill>
                <a:srgbClr val="002060"/>
              </a:solidFill>
              <a:highlight>
                <a:srgbClr val="FFFF00"/>
              </a:highlight>
            </a:rPr>
            <a:t>[Nike shirt, Fashion, T-shirt, 24,…]</a:t>
          </a:r>
        </a:p>
        <a:p>
          <a:pPr algn="l"/>
          <a:r>
            <a:rPr lang="en-US" dirty="0"/>
            <a:t>[iPhone 17, Mobile phone, phone, 900,…]</a:t>
          </a:r>
        </a:p>
        <a:p>
          <a:pPr algn="l"/>
          <a:r>
            <a:rPr lang="en-US" dirty="0">
              <a:solidFill>
                <a:srgbClr val="002060"/>
              </a:solidFill>
              <a:highlight>
                <a:srgbClr val="FFFF00"/>
              </a:highlight>
            </a:rPr>
            <a:t>[Adidas shirt, Fashion, T-shirt, 25,…]</a:t>
          </a:r>
        </a:p>
      </dgm:t>
    </dgm:pt>
    <dgm:pt modelId="{EFE32F93-EB42-4947-BEBC-0C40E3D2325B}" type="parTrans" cxnId="{5C38D09F-E452-0548-BB19-32143F54DF00}">
      <dgm:prSet/>
      <dgm:spPr/>
      <dgm:t>
        <a:bodyPr/>
        <a:lstStyle/>
        <a:p>
          <a:endParaRPr lang="en-US"/>
        </a:p>
      </dgm:t>
    </dgm:pt>
    <dgm:pt modelId="{5CBBEFD5-786E-EA44-A061-F798210E303E}" type="sibTrans" cxnId="{5C38D09F-E452-0548-BB19-32143F54DF00}">
      <dgm:prSet/>
      <dgm:spPr/>
      <dgm:t>
        <a:bodyPr/>
        <a:lstStyle/>
        <a:p>
          <a:endParaRPr lang="en-US"/>
        </a:p>
      </dgm:t>
    </dgm:pt>
    <dgm:pt modelId="{76CA8B72-2C26-7648-81D5-3CB0017BD6D5}">
      <dgm:prSet/>
      <dgm:spPr/>
      <dgm:t>
        <a:bodyPr/>
        <a:lstStyle/>
        <a:p>
          <a:r>
            <a:rPr lang="en-US" dirty="0">
              <a:solidFill>
                <a:srgbClr val="002060"/>
              </a:solidFill>
              <a:highlight>
                <a:srgbClr val="FFFF00"/>
              </a:highlight>
            </a:rPr>
            <a:t>[0,1,0,1,1,1,.…]</a:t>
          </a:r>
        </a:p>
        <a:p>
          <a:r>
            <a:rPr lang="en-US" dirty="0"/>
            <a:t>[1,0,1,0,0,0,…]</a:t>
          </a:r>
        </a:p>
        <a:p>
          <a:r>
            <a:rPr lang="en-US" dirty="0">
              <a:solidFill>
                <a:srgbClr val="002060"/>
              </a:solidFill>
              <a:highlight>
                <a:srgbClr val="FFFF00"/>
              </a:highlight>
            </a:rPr>
            <a:t>[0,1,0,1,1,0,…]</a:t>
          </a:r>
        </a:p>
      </dgm:t>
    </dgm:pt>
    <dgm:pt modelId="{AC91F0EC-C514-4F4C-830A-58DCFFCB014F}" type="parTrans" cxnId="{CCDD90BE-B491-CB4F-80E4-5C58304CB859}">
      <dgm:prSet/>
      <dgm:spPr/>
      <dgm:t>
        <a:bodyPr/>
        <a:lstStyle/>
        <a:p>
          <a:endParaRPr lang="en-US"/>
        </a:p>
      </dgm:t>
    </dgm:pt>
    <dgm:pt modelId="{A35328A7-2974-7C48-AA5D-3E645D3DC9DC}" type="sibTrans" cxnId="{CCDD90BE-B491-CB4F-80E4-5C58304CB859}">
      <dgm:prSet/>
      <dgm:spPr/>
      <dgm:t>
        <a:bodyPr/>
        <a:lstStyle/>
        <a:p>
          <a:endParaRPr lang="en-US"/>
        </a:p>
      </dgm:t>
    </dgm:pt>
    <dgm:pt modelId="{B8D8A19A-C9FA-1847-B28F-40B39A9DD3BC}">
      <dgm:prSet/>
      <dgm:spPr/>
      <dgm:t>
        <a:bodyPr/>
        <a:lstStyle/>
        <a:p>
          <a:r>
            <a:rPr lang="en-US" dirty="0">
              <a:solidFill>
                <a:srgbClr val="002060"/>
              </a:solidFill>
              <a:highlight>
                <a:srgbClr val="FFFF00"/>
              </a:highlight>
            </a:rPr>
            <a:t>[0,1,0,1,1,1,.…]</a:t>
          </a:r>
        </a:p>
        <a:p>
          <a:r>
            <a:rPr lang="en-US" dirty="0">
              <a:solidFill>
                <a:srgbClr val="002060"/>
              </a:solidFill>
              <a:highlight>
                <a:srgbClr val="FFFF00"/>
              </a:highlight>
            </a:rPr>
            <a:t>[0,1,0,1,1,0,…]</a:t>
          </a:r>
        </a:p>
      </dgm:t>
    </dgm:pt>
    <dgm:pt modelId="{2990CE41-C57E-2645-BB46-A6932A742788}" type="parTrans" cxnId="{3FEEF752-EDDA-6445-AD36-DF041EC261F3}">
      <dgm:prSet/>
      <dgm:spPr/>
      <dgm:t>
        <a:bodyPr/>
        <a:lstStyle/>
        <a:p>
          <a:endParaRPr lang="en-US"/>
        </a:p>
      </dgm:t>
    </dgm:pt>
    <dgm:pt modelId="{C4850A27-B723-8E4D-A782-CAE98D1C4150}" type="sibTrans" cxnId="{3FEEF752-EDDA-6445-AD36-DF041EC261F3}">
      <dgm:prSet/>
      <dgm:spPr/>
      <dgm:t>
        <a:bodyPr/>
        <a:lstStyle/>
        <a:p>
          <a:endParaRPr lang="en-US"/>
        </a:p>
      </dgm:t>
    </dgm:pt>
    <dgm:pt modelId="{087FCA08-65CD-9041-932E-2EC282ABC5AC}">
      <dgm:prSet custT="1"/>
      <dgm:spPr/>
      <dgm:t>
        <a:bodyPr/>
        <a:lstStyle/>
        <a:p>
          <a:pPr algn="l"/>
          <a:r>
            <a:rPr lang="en-US" sz="1500" dirty="0">
              <a:solidFill>
                <a:srgbClr val="002060"/>
              </a:solidFill>
              <a:highlight>
                <a:srgbClr val="FFFF00"/>
              </a:highlight>
            </a:rPr>
            <a:t>[6, Nike shirt, Fashion, T-shirt, 24,…]</a:t>
          </a:r>
        </a:p>
        <a:p>
          <a:pPr algn="l"/>
          <a:r>
            <a:rPr lang="en-US" sz="1500" dirty="0"/>
            <a:t>[10, iPhone 17, Mobile phone, phone, 900,…]</a:t>
          </a:r>
        </a:p>
        <a:p>
          <a:pPr algn="l"/>
          <a:r>
            <a:rPr lang="en-US" sz="1500" dirty="0">
              <a:solidFill>
                <a:srgbClr val="002060"/>
              </a:solidFill>
              <a:highlight>
                <a:srgbClr val="FFFF00"/>
              </a:highlight>
            </a:rPr>
            <a:t>[7, Adidas shirt,  Fashion, T-shirt, 25,…]</a:t>
          </a:r>
        </a:p>
      </dgm:t>
    </dgm:pt>
    <dgm:pt modelId="{B0A1892B-B62A-8F42-BE32-E63F00EEA405}" type="sibTrans" cxnId="{76395AAB-3F2E-EA44-8235-D0A3C5F08AB3}">
      <dgm:prSet/>
      <dgm:spPr/>
      <dgm:t>
        <a:bodyPr/>
        <a:lstStyle/>
        <a:p>
          <a:endParaRPr lang="en-US"/>
        </a:p>
      </dgm:t>
    </dgm:pt>
    <dgm:pt modelId="{9F430B0D-8515-E24D-934F-1EB944F421EA}" type="parTrans" cxnId="{76395AAB-3F2E-EA44-8235-D0A3C5F08AB3}">
      <dgm:prSet/>
      <dgm:spPr/>
      <dgm:t>
        <a:bodyPr/>
        <a:lstStyle/>
        <a:p>
          <a:endParaRPr lang="en-US"/>
        </a:p>
      </dgm:t>
    </dgm:pt>
    <dgm:pt modelId="{81FF387B-D2F6-9647-B0FE-7B60EBAB66FE}">
      <dgm:prSet/>
      <dgm:spPr/>
      <dgm:t>
        <a:bodyPr/>
        <a:lstStyle/>
        <a:p>
          <a:pPr algn="l"/>
          <a:r>
            <a:rPr lang="en-US" dirty="0"/>
            <a:t>[0, 0.9, 0.0005]</a:t>
          </a:r>
        </a:p>
        <a:p>
          <a:pPr algn="l"/>
          <a:r>
            <a:rPr lang="en-US" dirty="0"/>
            <a:t>[0.9, 0, 0.9 ]</a:t>
          </a:r>
        </a:p>
        <a:p>
          <a:pPr algn="l"/>
          <a:r>
            <a:rPr lang="en-US" dirty="0"/>
            <a:t>[0.0005, 0.9, 0]</a:t>
          </a:r>
        </a:p>
      </dgm:t>
    </dgm:pt>
    <dgm:pt modelId="{B3A9E682-3587-4F47-B36E-22A5DD784A6E}" type="parTrans" cxnId="{C6AAA8B9-60D6-994E-BC66-DEC0D0CC8B9C}">
      <dgm:prSet/>
      <dgm:spPr/>
      <dgm:t>
        <a:bodyPr/>
        <a:lstStyle/>
        <a:p>
          <a:endParaRPr lang="en-US"/>
        </a:p>
      </dgm:t>
    </dgm:pt>
    <dgm:pt modelId="{A9712DEC-991F-0743-B5EC-D950EF514955}" type="sibTrans" cxnId="{C6AAA8B9-60D6-994E-BC66-DEC0D0CC8B9C}">
      <dgm:prSet/>
      <dgm:spPr/>
      <dgm:t>
        <a:bodyPr/>
        <a:lstStyle/>
        <a:p>
          <a:endParaRPr lang="en-US"/>
        </a:p>
      </dgm:t>
    </dgm:pt>
    <dgm:pt modelId="{9457F349-EE77-F148-9586-64E71D578A9E}">
      <dgm:prSet/>
      <dgm:spPr/>
      <dgm:t>
        <a:bodyPr/>
        <a:lstStyle/>
        <a:p>
          <a:r>
            <a:rPr lang="en-US" dirty="0">
              <a:solidFill>
                <a:srgbClr val="002060"/>
              </a:solidFill>
              <a:highlight>
                <a:srgbClr val="FFFF00"/>
              </a:highlight>
            </a:rPr>
            <a:t>Nike shirt </a:t>
          </a:r>
        </a:p>
        <a:p>
          <a:r>
            <a:rPr lang="en-US" dirty="0">
              <a:solidFill>
                <a:srgbClr val="002060"/>
              </a:solidFill>
              <a:highlight>
                <a:srgbClr val="FFFF00"/>
              </a:highlight>
            </a:rPr>
            <a:t>Adidas shirt</a:t>
          </a:r>
        </a:p>
      </dgm:t>
    </dgm:pt>
    <dgm:pt modelId="{5086F6A8-3397-5E4A-B06C-8F2BA5795639}" type="parTrans" cxnId="{7359420B-03F9-1C47-B94C-9A144BCBBFA4}">
      <dgm:prSet/>
      <dgm:spPr/>
      <dgm:t>
        <a:bodyPr/>
        <a:lstStyle/>
        <a:p>
          <a:endParaRPr lang="en-US"/>
        </a:p>
      </dgm:t>
    </dgm:pt>
    <dgm:pt modelId="{04CD9ECA-878D-C247-B133-7601749D1D11}" type="sibTrans" cxnId="{7359420B-03F9-1C47-B94C-9A144BCBBFA4}">
      <dgm:prSet/>
      <dgm:spPr/>
      <dgm:t>
        <a:bodyPr/>
        <a:lstStyle/>
        <a:p>
          <a:endParaRPr lang="en-US"/>
        </a:p>
      </dgm:t>
    </dgm:pt>
    <dgm:pt modelId="{4E5E1027-B55A-9B40-BAFE-AB1DDC09E51A}" type="pres">
      <dgm:prSet presAssocID="{983EBB50-B83F-7D4D-BF6B-8C48606624AD}" presName="Name0" presStyleCnt="0">
        <dgm:presLayoutVars>
          <dgm:dir/>
          <dgm:resizeHandles val="exact"/>
        </dgm:presLayoutVars>
      </dgm:prSet>
      <dgm:spPr/>
    </dgm:pt>
    <dgm:pt modelId="{2341DABE-B36A-C94C-B9E8-475C7F24EB92}" type="pres">
      <dgm:prSet presAssocID="{087FCA08-65CD-9041-932E-2EC282ABC5AC}" presName="node" presStyleLbl="node1" presStyleIdx="0" presStyleCnt="6">
        <dgm:presLayoutVars>
          <dgm:bulletEnabled val="1"/>
        </dgm:presLayoutVars>
      </dgm:prSet>
      <dgm:spPr/>
    </dgm:pt>
    <dgm:pt modelId="{B1BC4376-D4F2-B848-B7E3-6FF47C81A97E}" type="pres">
      <dgm:prSet presAssocID="{B0A1892B-B62A-8F42-BE32-E63F00EEA405}" presName="sibTrans" presStyleLbl="sibTrans2D1" presStyleIdx="0" presStyleCnt="5"/>
      <dgm:spPr/>
    </dgm:pt>
    <dgm:pt modelId="{F6E3CFC9-8374-EF4A-9676-93246B6FCCA5}" type="pres">
      <dgm:prSet presAssocID="{B0A1892B-B62A-8F42-BE32-E63F00EEA405}" presName="connectorText" presStyleLbl="sibTrans2D1" presStyleIdx="0" presStyleCnt="5"/>
      <dgm:spPr/>
    </dgm:pt>
    <dgm:pt modelId="{70709090-79BF-3D4C-8BD1-2CF13A688549}" type="pres">
      <dgm:prSet presAssocID="{E5D6F63A-E951-BA48-8DF5-5C69A6FEF52C}" presName="node" presStyleLbl="node1" presStyleIdx="1" presStyleCnt="6">
        <dgm:presLayoutVars>
          <dgm:bulletEnabled val="1"/>
        </dgm:presLayoutVars>
      </dgm:prSet>
      <dgm:spPr/>
    </dgm:pt>
    <dgm:pt modelId="{A2064470-4B04-7F49-BE44-FAF62CAC8470}" type="pres">
      <dgm:prSet presAssocID="{5CBBEFD5-786E-EA44-A061-F798210E303E}" presName="sibTrans" presStyleLbl="sibTrans2D1" presStyleIdx="1" presStyleCnt="5"/>
      <dgm:spPr/>
    </dgm:pt>
    <dgm:pt modelId="{4D1397BD-AD8E-6A4F-92FF-075D00BFEECF}" type="pres">
      <dgm:prSet presAssocID="{5CBBEFD5-786E-EA44-A061-F798210E303E}" presName="connectorText" presStyleLbl="sibTrans2D1" presStyleIdx="1" presStyleCnt="5"/>
      <dgm:spPr/>
    </dgm:pt>
    <dgm:pt modelId="{59DD6E6A-1115-B94A-B1D0-FB5CD4A385BB}" type="pres">
      <dgm:prSet presAssocID="{76CA8B72-2C26-7648-81D5-3CB0017BD6D5}" presName="node" presStyleLbl="node1" presStyleIdx="2" presStyleCnt="6" custLinFactNeighborX="-3207" custLinFactNeighborY="1368">
        <dgm:presLayoutVars>
          <dgm:bulletEnabled val="1"/>
        </dgm:presLayoutVars>
      </dgm:prSet>
      <dgm:spPr/>
    </dgm:pt>
    <dgm:pt modelId="{F8F70583-B863-DA4A-B362-83E114E60F45}" type="pres">
      <dgm:prSet presAssocID="{A35328A7-2974-7C48-AA5D-3E645D3DC9DC}" presName="sibTrans" presStyleLbl="sibTrans2D1" presStyleIdx="2" presStyleCnt="5"/>
      <dgm:spPr/>
    </dgm:pt>
    <dgm:pt modelId="{5BD2C701-4527-6A42-BE63-A9F2351229EB}" type="pres">
      <dgm:prSet presAssocID="{A35328A7-2974-7C48-AA5D-3E645D3DC9DC}" presName="connectorText" presStyleLbl="sibTrans2D1" presStyleIdx="2" presStyleCnt="5"/>
      <dgm:spPr/>
    </dgm:pt>
    <dgm:pt modelId="{03DBEBD8-9DAB-A243-AB72-D2CE500A5D17}" type="pres">
      <dgm:prSet presAssocID="{81FF387B-D2F6-9647-B0FE-7B60EBAB66FE}" presName="node" presStyleLbl="node1" presStyleIdx="3" presStyleCnt="6">
        <dgm:presLayoutVars>
          <dgm:bulletEnabled val="1"/>
        </dgm:presLayoutVars>
      </dgm:prSet>
      <dgm:spPr/>
    </dgm:pt>
    <dgm:pt modelId="{9175719C-58AE-4A45-B048-211DC1B96B5A}" type="pres">
      <dgm:prSet presAssocID="{A9712DEC-991F-0743-B5EC-D950EF514955}" presName="sibTrans" presStyleLbl="sibTrans2D1" presStyleIdx="3" presStyleCnt="5"/>
      <dgm:spPr/>
    </dgm:pt>
    <dgm:pt modelId="{FF158918-9B83-9D42-8D83-4673A2010A60}" type="pres">
      <dgm:prSet presAssocID="{A9712DEC-991F-0743-B5EC-D950EF514955}" presName="connectorText" presStyleLbl="sibTrans2D1" presStyleIdx="3" presStyleCnt="5"/>
      <dgm:spPr/>
    </dgm:pt>
    <dgm:pt modelId="{A1CF4FB7-3FC7-E04F-A177-A050F8481DF7}" type="pres">
      <dgm:prSet presAssocID="{B8D8A19A-C9FA-1847-B28F-40B39A9DD3BC}" presName="node" presStyleLbl="node1" presStyleIdx="4" presStyleCnt="6" custLinFactNeighborX="-3207" custLinFactNeighborY="1368">
        <dgm:presLayoutVars>
          <dgm:bulletEnabled val="1"/>
        </dgm:presLayoutVars>
      </dgm:prSet>
      <dgm:spPr/>
    </dgm:pt>
    <dgm:pt modelId="{A71FFB29-E92E-6342-98B8-DEB57CC76D5C}" type="pres">
      <dgm:prSet presAssocID="{C4850A27-B723-8E4D-A782-CAE98D1C4150}" presName="sibTrans" presStyleLbl="sibTrans2D1" presStyleIdx="4" presStyleCnt="5"/>
      <dgm:spPr/>
    </dgm:pt>
    <dgm:pt modelId="{513E6AAE-68E4-5A43-A057-DD0D01BC953D}" type="pres">
      <dgm:prSet presAssocID="{C4850A27-B723-8E4D-A782-CAE98D1C4150}" presName="connectorText" presStyleLbl="sibTrans2D1" presStyleIdx="4" presStyleCnt="5"/>
      <dgm:spPr/>
    </dgm:pt>
    <dgm:pt modelId="{729A00D2-1B97-804E-8511-DB97F9D3768B}" type="pres">
      <dgm:prSet presAssocID="{9457F349-EE77-F148-9586-64E71D578A9E}" presName="node" presStyleLbl="node1" presStyleIdx="5" presStyleCnt="6">
        <dgm:presLayoutVars>
          <dgm:bulletEnabled val="1"/>
        </dgm:presLayoutVars>
      </dgm:prSet>
      <dgm:spPr/>
    </dgm:pt>
  </dgm:ptLst>
  <dgm:cxnLst>
    <dgm:cxn modelId="{14632306-9787-B54D-BB2C-1F04C3655948}" type="presOf" srcId="{A35328A7-2974-7C48-AA5D-3E645D3DC9DC}" destId="{5BD2C701-4527-6A42-BE63-A9F2351229EB}" srcOrd="1" destOrd="0" presId="urn:microsoft.com/office/officeart/2005/8/layout/process1"/>
    <dgm:cxn modelId="{7359420B-03F9-1C47-B94C-9A144BCBBFA4}" srcId="{983EBB50-B83F-7D4D-BF6B-8C48606624AD}" destId="{9457F349-EE77-F148-9586-64E71D578A9E}" srcOrd="5" destOrd="0" parTransId="{5086F6A8-3397-5E4A-B06C-8F2BA5795639}" sibTransId="{04CD9ECA-878D-C247-B133-7601749D1D11}"/>
    <dgm:cxn modelId="{75626E0F-53A6-214B-896F-AE426B139703}" type="presOf" srcId="{E5D6F63A-E951-BA48-8DF5-5C69A6FEF52C}" destId="{70709090-79BF-3D4C-8BD1-2CF13A688549}" srcOrd="0" destOrd="0" presId="urn:microsoft.com/office/officeart/2005/8/layout/process1"/>
    <dgm:cxn modelId="{D9C22E10-A773-7942-B32B-845D07782FEF}" type="presOf" srcId="{B0A1892B-B62A-8F42-BE32-E63F00EEA405}" destId="{B1BC4376-D4F2-B848-B7E3-6FF47C81A97E}" srcOrd="0" destOrd="0" presId="urn:microsoft.com/office/officeart/2005/8/layout/process1"/>
    <dgm:cxn modelId="{158AA012-2D6A-2144-B5BA-B2057D888F4E}" type="presOf" srcId="{5CBBEFD5-786E-EA44-A061-F798210E303E}" destId="{A2064470-4B04-7F49-BE44-FAF62CAC8470}" srcOrd="0" destOrd="0" presId="urn:microsoft.com/office/officeart/2005/8/layout/process1"/>
    <dgm:cxn modelId="{1C648017-BBAA-FE46-A0F9-B20CCCE54BCF}" type="presOf" srcId="{983EBB50-B83F-7D4D-BF6B-8C48606624AD}" destId="{4E5E1027-B55A-9B40-BAFE-AB1DDC09E51A}" srcOrd="0" destOrd="0" presId="urn:microsoft.com/office/officeart/2005/8/layout/process1"/>
    <dgm:cxn modelId="{D0193D23-83DB-104A-A571-A516F6F82AAB}" type="presOf" srcId="{C4850A27-B723-8E4D-A782-CAE98D1C4150}" destId="{513E6AAE-68E4-5A43-A057-DD0D01BC953D}" srcOrd="1" destOrd="0" presId="urn:microsoft.com/office/officeart/2005/8/layout/process1"/>
    <dgm:cxn modelId="{957A7D2B-A50B-B54B-8387-CD5938178CE7}" type="presOf" srcId="{76CA8B72-2C26-7648-81D5-3CB0017BD6D5}" destId="{59DD6E6A-1115-B94A-B1D0-FB5CD4A385BB}" srcOrd="0" destOrd="0" presId="urn:microsoft.com/office/officeart/2005/8/layout/process1"/>
    <dgm:cxn modelId="{F6BBA22C-C0AF-594C-BBC0-DA8490C8A0F7}" type="presOf" srcId="{B0A1892B-B62A-8F42-BE32-E63F00EEA405}" destId="{F6E3CFC9-8374-EF4A-9676-93246B6FCCA5}" srcOrd="1" destOrd="0" presId="urn:microsoft.com/office/officeart/2005/8/layout/process1"/>
    <dgm:cxn modelId="{2A2C5C3B-7C14-9E4A-AEAE-FCD1447F9376}" type="presOf" srcId="{A9712DEC-991F-0743-B5EC-D950EF514955}" destId="{9175719C-58AE-4A45-B048-211DC1B96B5A}" srcOrd="0" destOrd="0" presId="urn:microsoft.com/office/officeart/2005/8/layout/process1"/>
    <dgm:cxn modelId="{6C99984F-CA7E-AC4C-A19B-34CD9AB87598}" type="presOf" srcId="{B8D8A19A-C9FA-1847-B28F-40B39A9DD3BC}" destId="{A1CF4FB7-3FC7-E04F-A177-A050F8481DF7}" srcOrd="0" destOrd="0" presId="urn:microsoft.com/office/officeart/2005/8/layout/process1"/>
    <dgm:cxn modelId="{3FEEF752-EDDA-6445-AD36-DF041EC261F3}" srcId="{983EBB50-B83F-7D4D-BF6B-8C48606624AD}" destId="{B8D8A19A-C9FA-1847-B28F-40B39A9DD3BC}" srcOrd="4" destOrd="0" parTransId="{2990CE41-C57E-2645-BB46-A6932A742788}" sibTransId="{C4850A27-B723-8E4D-A782-CAE98D1C4150}"/>
    <dgm:cxn modelId="{983B5977-3EF7-4843-AFA8-17B2AF5CF4EC}" type="presOf" srcId="{5CBBEFD5-786E-EA44-A061-F798210E303E}" destId="{4D1397BD-AD8E-6A4F-92FF-075D00BFEECF}" srcOrd="1" destOrd="0" presId="urn:microsoft.com/office/officeart/2005/8/layout/process1"/>
    <dgm:cxn modelId="{5B19787B-D67A-8442-B590-5454D8D229C0}" type="presOf" srcId="{087FCA08-65CD-9041-932E-2EC282ABC5AC}" destId="{2341DABE-B36A-C94C-B9E8-475C7F24EB92}" srcOrd="0" destOrd="0" presId="urn:microsoft.com/office/officeart/2005/8/layout/process1"/>
    <dgm:cxn modelId="{987CF897-A100-684E-BDE7-8D169958E9E1}" type="presOf" srcId="{81FF387B-D2F6-9647-B0FE-7B60EBAB66FE}" destId="{03DBEBD8-9DAB-A243-AB72-D2CE500A5D17}" srcOrd="0" destOrd="0" presId="urn:microsoft.com/office/officeart/2005/8/layout/process1"/>
    <dgm:cxn modelId="{5C38D09F-E452-0548-BB19-32143F54DF00}" srcId="{983EBB50-B83F-7D4D-BF6B-8C48606624AD}" destId="{E5D6F63A-E951-BA48-8DF5-5C69A6FEF52C}" srcOrd="1" destOrd="0" parTransId="{EFE32F93-EB42-4947-BEBC-0C40E3D2325B}" sibTransId="{5CBBEFD5-786E-EA44-A061-F798210E303E}"/>
    <dgm:cxn modelId="{76395AAB-3F2E-EA44-8235-D0A3C5F08AB3}" srcId="{983EBB50-B83F-7D4D-BF6B-8C48606624AD}" destId="{087FCA08-65CD-9041-932E-2EC282ABC5AC}" srcOrd="0" destOrd="0" parTransId="{9F430B0D-8515-E24D-934F-1EB944F421EA}" sibTransId="{B0A1892B-B62A-8F42-BE32-E63F00EEA405}"/>
    <dgm:cxn modelId="{C6AAA8B9-60D6-994E-BC66-DEC0D0CC8B9C}" srcId="{983EBB50-B83F-7D4D-BF6B-8C48606624AD}" destId="{81FF387B-D2F6-9647-B0FE-7B60EBAB66FE}" srcOrd="3" destOrd="0" parTransId="{B3A9E682-3587-4F47-B36E-22A5DD784A6E}" sibTransId="{A9712DEC-991F-0743-B5EC-D950EF514955}"/>
    <dgm:cxn modelId="{CCDD90BE-B491-CB4F-80E4-5C58304CB859}" srcId="{983EBB50-B83F-7D4D-BF6B-8C48606624AD}" destId="{76CA8B72-2C26-7648-81D5-3CB0017BD6D5}" srcOrd="2" destOrd="0" parTransId="{AC91F0EC-C514-4F4C-830A-58DCFFCB014F}" sibTransId="{A35328A7-2974-7C48-AA5D-3E645D3DC9DC}"/>
    <dgm:cxn modelId="{43452BC3-8B83-BE4F-B851-8C7866059CF2}" type="presOf" srcId="{9457F349-EE77-F148-9586-64E71D578A9E}" destId="{729A00D2-1B97-804E-8511-DB97F9D3768B}" srcOrd="0" destOrd="0" presId="urn:microsoft.com/office/officeart/2005/8/layout/process1"/>
    <dgm:cxn modelId="{2C0958C8-3B2A-174C-BFB4-17C3ABC0DD25}" type="presOf" srcId="{A9712DEC-991F-0743-B5EC-D950EF514955}" destId="{FF158918-9B83-9D42-8D83-4673A2010A60}" srcOrd="1" destOrd="0" presId="urn:microsoft.com/office/officeart/2005/8/layout/process1"/>
    <dgm:cxn modelId="{AE98E7D4-C91F-1E44-8808-A63CF6A74A9C}" type="presOf" srcId="{C4850A27-B723-8E4D-A782-CAE98D1C4150}" destId="{A71FFB29-E92E-6342-98B8-DEB57CC76D5C}" srcOrd="0" destOrd="0" presId="urn:microsoft.com/office/officeart/2005/8/layout/process1"/>
    <dgm:cxn modelId="{B33795F5-1F17-0147-A566-C6DA5C812E19}" type="presOf" srcId="{A35328A7-2974-7C48-AA5D-3E645D3DC9DC}" destId="{F8F70583-B863-DA4A-B362-83E114E60F45}" srcOrd="0" destOrd="0" presId="urn:microsoft.com/office/officeart/2005/8/layout/process1"/>
    <dgm:cxn modelId="{CC5C2EAE-A641-6541-9963-B93729CBEF33}" type="presParOf" srcId="{4E5E1027-B55A-9B40-BAFE-AB1DDC09E51A}" destId="{2341DABE-B36A-C94C-B9E8-475C7F24EB92}" srcOrd="0" destOrd="0" presId="urn:microsoft.com/office/officeart/2005/8/layout/process1"/>
    <dgm:cxn modelId="{4AC29BD5-4AB1-3D45-821A-7E9E23A4BAA8}" type="presParOf" srcId="{4E5E1027-B55A-9B40-BAFE-AB1DDC09E51A}" destId="{B1BC4376-D4F2-B848-B7E3-6FF47C81A97E}" srcOrd="1" destOrd="0" presId="urn:microsoft.com/office/officeart/2005/8/layout/process1"/>
    <dgm:cxn modelId="{120B2470-5EBE-124D-B529-B33B5FF8F89B}" type="presParOf" srcId="{B1BC4376-D4F2-B848-B7E3-6FF47C81A97E}" destId="{F6E3CFC9-8374-EF4A-9676-93246B6FCCA5}" srcOrd="0" destOrd="0" presId="urn:microsoft.com/office/officeart/2005/8/layout/process1"/>
    <dgm:cxn modelId="{89D9908A-F449-9B4D-893D-A94E9F504F65}" type="presParOf" srcId="{4E5E1027-B55A-9B40-BAFE-AB1DDC09E51A}" destId="{70709090-79BF-3D4C-8BD1-2CF13A688549}" srcOrd="2" destOrd="0" presId="urn:microsoft.com/office/officeart/2005/8/layout/process1"/>
    <dgm:cxn modelId="{1D31F1C7-611E-BB46-81F9-EDA2194152BB}" type="presParOf" srcId="{4E5E1027-B55A-9B40-BAFE-AB1DDC09E51A}" destId="{A2064470-4B04-7F49-BE44-FAF62CAC8470}" srcOrd="3" destOrd="0" presId="urn:microsoft.com/office/officeart/2005/8/layout/process1"/>
    <dgm:cxn modelId="{171907AE-3E20-7744-B2EB-E43E352D0DEE}" type="presParOf" srcId="{A2064470-4B04-7F49-BE44-FAF62CAC8470}" destId="{4D1397BD-AD8E-6A4F-92FF-075D00BFEECF}" srcOrd="0" destOrd="0" presId="urn:microsoft.com/office/officeart/2005/8/layout/process1"/>
    <dgm:cxn modelId="{04D45BE5-139A-8B44-8E07-6100B97289CF}" type="presParOf" srcId="{4E5E1027-B55A-9B40-BAFE-AB1DDC09E51A}" destId="{59DD6E6A-1115-B94A-B1D0-FB5CD4A385BB}" srcOrd="4" destOrd="0" presId="urn:microsoft.com/office/officeart/2005/8/layout/process1"/>
    <dgm:cxn modelId="{70DF9F2D-5387-8848-956B-D38C688B0DDF}" type="presParOf" srcId="{4E5E1027-B55A-9B40-BAFE-AB1DDC09E51A}" destId="{F8F70583-B863-DA4A-B362-83E114E60F45}" srcOrd="5" destOrd="0" presId="urn:microsoft.com/office/officeart/2005/8/layout/process1"/>
    <dgm:cxn modelId="{37F3DA72-DEAF-DA49-B677-15E2D8F479FA}" type="presParOf" srcId="{F8F70583-B863-DA4A-B362-83E114E60F45}" destId="{5BD2C701-4527-6A42-BE63-A9F2351229EB}" srcOrd="0" destOrd="0" presId="urn:microsoft.com/office/officeart/2005/8/layout/process1"/>
    <dgm:cxn modelId="{218A44DA-21D1-AD41-B643-4C06ECC3FE2A}" type="presParOf" srcId="{4E5E1027-B55A-9B40-BAFE-AB1DDC09E51A}" destId="{03DBEBD8-9DAB-A243-AB72-D2CE500A5D17}" srcOrd="6" destOrd="0" presId="urn:microsoft.com/office/officeart/2005/8/layout/process1"/>
    <dgm:cxn modelId="{DE1F5387-E086-0E49-9E4A-3CCD40563ECF}" type="presParOf" srcId="{4E5E1027-B55A-9B40-BAFE-AB1DDC09E51A}" destId="{9175719C-58AE-4A45-B048-211DC1B96B5A}" srcOrd="7" destOrd="0" presId="urn:microsoft.com/office/officeart/2005/8/layout/process1"/>
    <dgm:cxn modelId="{E3981664-4E6F-C344-9061-D44D71E3A8B1}" type="presParOf" srcId="{9175719C-58AE-4A45-B048-211DC1B96B5A}" destId="{FF158918-9B83-9D42-8D83-4673A2010A60}" srcOrd="0" destOrd="0" presId="urn:microsoft.com/office/officeart/2005/8/layout/process1"/>
    <dgm:cxn modelId="{6F0B9CF1-6659-F74C-80B0-427C9116CF74}" type="presParOf" srcId="{4E5E1027-B55A-9B40-BAFE-AB1DDC09E51A}" destId="{A1CF4FB7-3FC7-E04F-A177-A050F8481DF7}" srcOrd="8" destOrd="0" presId="urn:microsoft.com/office/officeart/2005/8/layout/process1"/>
    <dgm:cxn modelId="{A2DC207A-8E96-7445-8F9D-08F4DF5B3196}" type="presParOf" srcId="{4E5E1027-B55A-9B40-BAFE-AB1DDC09E51A}" destId="{A71FFB29-E92E-6342-98B8-DEB57CC76D5C}" srcOrd="9" destOrd="0" presId="urn:microsoft.com/office/officeart/2005/8/layout/process1"/>
    <dgm:cxn modelId="{27755577-C6FB-8A4D-AEA8-46F552BB061C}" type="presParOf" srcId="{A71FFB29-E92E-6342-98B8-DEB57CC76D5C}" destId="{513E6AAE-68E4-5A43-A057-DD0D01BC953D}" srcOrd="0" destOrd="0" presId="urn:microsoft.com/office/officeart/2005/8/layout/process1"/>
    <dgm:cxn modelId="{9FB90703-4C66-994E-8A80-524C833BDAAA}" type="presParOf" srcId="{4E5E1027-B55A-9B40-BAFE-AB1DDC09E51A}" destId="{729A00D2-1B97-804E-8511-DB97F9D3768B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41DABE-B36A-C94C-B9E8-475C7F24EB92}">
      <dsp:nvSpPr>
        <dsp:cNvPr id="0" name=""/>
        <dsp:cNvSpPr/>
      </dsp:nvSpPr>
      <dsp:spPr>
        <a:xfrm>
          <a:off x="0" y="712248"/>
          <a:ext cx="1479955" cy="9295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shade val="80000"/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shade val="80000"/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shade val="80000"/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Product dataset</a:t>
          </a:r>
        </a:p>
      </dsp:txBody>
      <dsp:txXfrm>
        <a:off x="27227" y="739475"/>
        <a:ext cx="1425501" cy="875143"/>
      </dsp:txXfrm>
    </dsp:sp>
    <dsp:sp modelId="{B1BC4376-D4F2-B848-B7E3-6FF47C81A97E}">
      <dsp:nvSpPr>
        <dsp:cNvPr id="0" name=""/>
        <dsp:cNvSpPr/>
      </dsp:nvSpPr>
      <dsp:spPr>
        <a:xfrm>
          <a:off x="1627951" y="993532"/>
          <a:ext cx="313750" cy="36702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shade val="90000"/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shade val="90000"/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shade val="90000"/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1627951" y="1066938"/>
        <a:ext cx="219625" cy="220217"/>
      </dsp:txXfrm>
    </dsp:sp>
    <dsp:sp modelId="{70709090-79BF-3D4C-8BD1-2CF13A688549}">
      <dsp:nvSpPr>
        <dsp:cNvPr id="0" name=""/>
        <dsp:cNvSpPr/>
      </dsp:nvSpPr>
      <dsp:spPr>
        <a:xfrm>
          <a:off x="2071938" y="712248"/>
          <a:ext cx="1479955" cy="9295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shade val="80000"/>
                <a:hueOff val="39270"/>
                <a:satOff val="-1496"/>
                <a:lumOff val="5208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shade val="80000"/>
                <a:hueOff val="39270"/>
                <a:satOff val="-1496"/>
                <a:lumOff val="5208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shade val="80000"/>
                <a:hueOff val="39270"/>
                <a:satOff val="-1496"/>
                <a:lumOff val="5208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Feature Engineering</a:t>
          </a:r>
        </a:p>
      </dsp:txBody>
      <dsp:txXfrm>
        <a:off x="2099165" y="739475"/>
        <a:ext cx="1425501" cy="875143"/>
      </dsp:txXfrm>
    </dsp:sp>
    <dsp:sp modelId="{A2064470-4B04-7F49-BE44-FAF62CAC8470}">
      <dsp:nvSpPr>
        <dsp:cNvPr id="0" name=""/>
        <dsp:cNvSpPr/>
      </dsp:nvSpPr>
      <dsp:spPr>
        <a:xfrm>
          <a:off x="3699889" y="993532"/>
          <a:ext cx="313750" cy="36702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shade val="90000"/>
                <a:hueOff val="49109"/>
                <a:satOff val="-1824"/>
                <a:lumOff val="5876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shade val="90000"/>
                <a:hueOff val="49109"/>
                <a:satOff val="-1824"/>
                <a:lumOff val="5876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shade val="90000"/>
                <a:hueOff val="49109"/>
                <a:satOff val="-1824"/>
                <a:lumOff val="5876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3699889" y="1066938"/>
        <a:ext cx="219625" cy="220217"/>
      </dsp:txXfrm>
    </dsp:sp>
    <dsp:sp modelId="{59DD6E6A-1115-B94A-B1D0-FB5CD4A385BB}">
      <dsp:nvSpPr>
        <dsp:cNvPr id="0" name=""/>
        <dsp:cNvSpPr/>
      </dsp:nvSpPr>
      <dsp:spPr>
        <a:xfrm>
          <a:off x="4143876" y="712248"/>
          <a:ext cx="1479955" cy="9295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shade val="80000"/>
                <a:hueOff val="78540"/>
                <a:satOff val="-2991"/>
                <a:lumOff val="10416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shade val="80000"/>
                <a:hueOff val="78540"/>
                <a:satOff val="-2991"/>
                <a:lumOff val="10416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shade val="80000"/>
                <a:hueOff val="78540"/>
                <a:satOff val="-2991"/>
                <a:lumOff val="10416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Apply Preprocessing</a:t>
          </a:r>
        </a:p>
      </dsp:txBody>
      <dsp:txXfrm>
        <a:off x="4171103" y="739475"/>
        <a:ext cx="1425501" cy="875143"/>
      </dsp:txXfrm>
    </dsp:sp>
    <dsp:sp modelId="{F8F70583-B863-DA4A-B362-83E114E60F45}">
      <dsp:nvSpPr>
        <dsp:cNvPr id="0" name=""/>
        <dsp:cNvSpPr/>
      </dsp:nvSpPr>
      <dsp:spPr>
        <a:xfrm>
          <a:off x="5771827" y="993532"/>
          <a:ext cx="313750" cy="36702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shade val="90000"/>
                <a:hueOff val="98218"/>
                <a:satOff val="-3649"/>
                <a:lumOff val="11752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shade val="90000"/>
                <a:hueOff val="98218"/>
                <a:satOff val="-3649"/>
                <a:lumOff val="11752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shade val="90000"/>
                <a:hueOff val="98218"/>
                <a:satOff val="-3649"/>
                <a:lumOff val="11752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5771827" y="1066938"/>
        <a:ext cx="219625" cy="220217"/>
      </dsp:txXfrm>
    </dsp:sp>
    <dsp:sp modelId="{83623E1B-E516-FC40-8D8E-881E6A7297E0}">
      <dsp:nvSpPr>
        <dsp:cNvPr id="0" name=""/>
        <dsp:cNvSpPr/>
      </dsp:nvSpPr>
      <dsp:spPr>
        <a:xfrm>
          <a:off x="6215814" y="712248"/>
          <a:ext cx="1479955" cy="9295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shade val="80000"/>
                <a:hueOff val="117810"/>
                <a:satOff val="-4487"/>
                <a:lumOff val="15623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shade val="80000"/>
                <a:hueOff val="117810"/>
                <a:satOff val="-4487"/>
                <a:lumOff val="15623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shade val="80000"/>
                <a:hueOff val="117810"/>
                <a:satOff val="-4487"/>
                <a:lumOff val="15623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Compute distance</a:t>
          </a:r>
        </a:p>
      </dsp:txBody>
      <dsp:txXfrm>
        <a:off x="6243041" y="739475"/>
        <a:ext cx="1425501" cy="875143"/>
      </dsp:txXfrm>
    </dsp:sp>
    <dsp:sp modelId="{F43C4C3A-CD8C-0C49-818A-B1E191107B01}">
      <dsp:nvSpPr>
        <dsp:cNvPr id="0" name=""/>
        <dsp:cNvSpPr/>
      </dsp:nvSpPr>
      <dsp:spPr>
        <a:xfrm>
          <a:off x="7843766" y="993532"/>
          <a:ext cx="313750" cy="36702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shade val="90000"/>
                <a:hueOff val="147327"/>
                <a:satOff val="-5473"/>
                <a:lumOff val="17628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shade val="90000"/>
                <a:hueOff val="147327"/>
                <a:satOff val="-5473"/>
                <a:lumOff val="17628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shade val="90000"/>
                <a:hueOff val="147327"/>
                <a:satOff val="-5473"/>
                <a:lumOff val="17628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7843766" y="1066938"/>
        <a:ext cx="219625" cy="220217"/>
      </dsp:txXfrm>
    </dsp:sp>
    <dsp:sp modelId="{A1CF4FB7-3FC7-E04F-A177-A050F8481DF7}">
      <dsp:nvSpPr>
        <dsp:cNvPr id="0" name=""/>
        <dsp:cNvSpPr/>
      </dsp:nvSpPr>
      <dsp:spPr>
        <a:xfrm>
          <a:off x="8287752" y="712248"/>
          <a:ext cx="1479955" cy="9295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shade val="80000"/>
                <a:hueOff val="157080"/>
                <a:satOff val="-5982"/>
                <a:lumOff val="20831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shade val="80000"/>
                <a:hueOff val="157080"/>
                <a:satOff val="-5982"/>
                <a:lumOff val="20831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shade val="80000"/>
                <a:hueOff val="157080"/>
                <a:satOff val="-5982"/>
                <a:lumOff val="20831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Find K nearest</a:t>
          </a:r>
        </a:p>
      </dsp:txBody>
      <dsp:txXfrm>
        <a:off x="8314979" y="739475"/>
        <a:ext cx="1425501" cy="875143"/>
      </dsp:txXfrm>
    </dsp:sp>
    <dsp:sp modelId="{4D602E47-7E4A-5340-9DC4-E4CE965D8D9E}">
      <dsp:nvSpPr>
        <dsp:cNvPr id="0" name=""/>
        <dsp:cNvSpPr/>
      </dsp:nvSpPr>
      <dsp:spPr>
        <a:xfrm>
          <a:off x="9915704" y="993532"/>
          <a:ext cx="313750" cy="36702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shade val="90000"/>
                <a:hueOff val="196436"/>
                <a:satOff val="-7297"/>
                <a:lumOff val="23504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shade val="90000"/>
                <a:hueOff val="196436"/>
                <a:satOff val="-7297"/>
                <a:lumOff val="23504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shade val="90000"/>
                <a:hueOff val="196436"/>
                <a:satOff val="-7297"/>
                <a:lumOff val="23504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9915704" y="1066938"/>
        <a:ext cx="219625" cy="220217"/>
      </dsp:txXfrm>
    </dsp:sp>
    <dsp:sp modelId="{BC5202C6-780A-2147-937E-F02C6D964858}">
      <dsp:nvSpPr>
        <dsp:cNvPr id="0" name=""/>
        <dsp:cNvSpPr/>
      </dsp:nvSpPr>
      <dsp:spPr>
        <a:xfrm>
          <a:off x="10359691" y="712248"/>
          <a:ext cx="1479955" cy="9295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shade val="80000"/>
                <a:hueOff val="196349"/>
                <a:satOff val="-7478"/>
                <a:lumOff val="26039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shade val="80000"/>
                <a:hueOff val="196349"/>
                <a:satOff val="-7478"/>
                <a:lumOff val="26039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shade val="80000"/>
                <a:hueOff val="196349"/>
                <a:satOff val="-7478"/>
                <a:lumOff val="26039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Return similar  Products</a:t>
          </a:r>
        </a:p>
      </dsp:txBody>
      <dsp:txXfrm>
        <a:off x="10386918" y="739475"/>
        <a:ext cx="1425501" cy="8751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41DABE-B36A-C94C-B9E8-475C7F24EB92}">
      <dsp:nvSpPr>
        <dsp:cNvPr id="0" name=""/>
        <dsp:cNvSpPr/>
      </dsp:nvSpPr>
      <dsp:spPr>
        <a:xfrm>
          <a:off x="0" y="429777"/>
          <a:ext cx="1488602" cy="214916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shade val="80000"/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shade val="80000"/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shade val="80000"/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rgbClr val="002060"/>
              </a:solidFill>
              <a:highlight>
                <a:srgbClr val="FFFF00"/>
              </a:highlight>
            </a:rPr>
            <a:t>[6, Nike shirt, Fashion, T-shirt, 24,…]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[10, iPhone 17, Mobile phone, phone, 900,…]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rgbClr val="002060"/>
              </a:solidFill>
              <a:highlight>
                <a:srgbClr val="FFFF00"/>
              </a:highlight>
            </a:rPr>
            <a:t>[7, Adidas shirt,  Fashion, T-shirt, 25,…]</a:t>
          </a:r>
        </a:p>
      </dsp:txBody>
      <dsp:txXfrm>
        <a:off x="43600" y="473377"/>
        <a:ext cx="1401402" cy="2061969"/>
      </dsp:txXfrm>
    </dsp:sp>
    <dsp:sp modelId="{B1BC4376-D4F2-B848-B7E3-6FF47C81A97E}">
      <dsp:nvSpPr>
        <dsp:cNvPr id="0" name=""/>
        <dsp:cNvSpPr/>
      </dsp:nvSpPr>
      <dsp:spPr>
        <a:xfrm>
          <a:off x="1637462" y="1319775"/>
          <a:ext cx="315583" cy="36917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shade val="90000"/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shade val="90000"/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shade val="90000"/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1637462" y="1393610"/>
        <a:ext cx="220908" cy="221503"/>
      </dsp:txXfrm>
    </dsp:sp>
    <dsp:sp modelId="{70709090-79BF-3D4C-8BD1-2CF13A688549}">
      <dsp:nvSpPr>
        <dsp:cNvPr id="0" name=""/>
        <dsp:cNvSpPr/>
      </dsp:nvSpPr>
      <dsp:spPr>
        <a:xfrm>
          <a:off x="2084043" y="429777"/>
          <a:ext cx="1488602" cy="214916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shade val="80000"/>
                <a:hueOff val="39270"/>
                <a:satOff val="-1496"/>
                <a:lumOff val="5208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shade val="80000"/>
                <a:hueOff val="39270"/>
                <a:satOff val="-1496"/>
                <a:lumOff val="5208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shade val="80000"/>
                <a:hueOff val="39270"/>
                <a:satOff val="-1496"/>
                <a:lumOff val="5208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rgbClr val="002060"/>
              </a:solidFill>
              <a:highlight>
                <a:srgbClr val="FFFF00"/>
              </a:highlight>
            </a:rPr>
            <a:t>[Nike shirt, Fashion, T-shirt, 24,…]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[iPhone 17, Mobile phone, phone, 900,…]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rgbClr val="002060"/>
              </a:solidFill>
              <a:highlight>
                <a:srgbClr val="FFFF00"/>
              </a:highlight>
            </a:rPr>
            <a:t>[Adidas shirt, Fashion, T-shirt, 25,…]</a:t>
          </a:r>
        </a:p>
      </dsp:txBody>
      <dsp:txXfrm>
        <a:off x="2127643" y="473377"/>
        <a:ext cx="1401402" cy="2061969"/>
      </dsp:txXfrm>
    </dsp:sp>
    <dsp:sp modelId="{A2064470-4B04-7F49-BE44-FAF62CAC8470}">
      <dsp:nvSpPr>
        <dsp:cNvPr id="0" name=""/>
        <dsp:cNvSpPr/>
      </dsp:nvSpPr>
      <dsp:spPr>
        <a:xfrm rot="48943">
          <a:off x="3716716" y="1334599"/>
          <a:ext cx="305493" cy="36917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shade val="90000"/>
                <a:hueOff val="49109"/>
                <a:satOff val="-1824"/>
                <a:lumOff val="5876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shade val="90000"/>
                <a:hueOff val="49109"/>
                <a:satOff val="-1824"/>
                <a:lumOff val="5876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shade val="90000"/>
                <a:hueOff val="49109"/>
                <a:satOff val="-1824"/>
                <a:lumOff val="5876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3716721" y="1407782"/>
        <a:ext cx="213845" cy="221503"/>
      </dsp:txXfrm>
    </dsp:sp>
    <dsp:sp modelId="{59DD6E6A-1115-B94A-B1D0-FB5CD4A385BB}">
      <dsp:nvSpPr>
        <dsp:cNvPr id="0" name=""/>
        <dsp:cNvSpPr/>
      </dsp:nvSpPr>
      <dsp:spPr>
        <a:xfrm>
          <a:off x="4148990" y="459178"/>
          <a:ext cx="1488602" cy="214916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shade val="80000"/>
                <a:hueOff val="78540"/>
                <a:satOff val="-2991"/>
                <a:lumOff val="10416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shade val="80000"/>
                <a:hueOff val="78540"/>
                <a:satOff val="-2991"/>
                <a:lumOff val="10416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shade val="80000"/>
                <a:hueOff val="78540"/>
                <a:satOff val="-2991"/>
                <a:lumOff val="10416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rgbClr val="002060"/>
              </a:solidFill>
              <a:highlight>
                <a:srgbClr val="FFFF00"/>
              </a:highlight>
            </a:rPr>
            <a:t>[0,1,0,1,1,1,.…]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[1,0,1,0,0,0,…]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rgbClr val="002060"/>
              </a:solidFill>
              <a:highlight>
                <a:srgbClr val="FFFF00"/>
              </a:highlight>
            </a:rPr>
            <a:t>[0,1,0,1,1,0,…]</a:t>
          </a:r>
        </a:p>
      </dsp:txBody>
      <dsp:txXfrm>
        <a:off x="4192590" y="502778"/>
        <a:ext cx="1401402" cy="2061969"/>
      </dsp:txXfrm>
    </dsp:sp>
    <dsp:sp modelId="{F8F70583-B863-DA4A-B362-83E114E60F45}">
      <dsp:nvSpPr>
        <dsp:cNvPr id="0" name=""/>
        <dsp:cNvSpPr/>
      </dsp:nvSpPr>
      <dsp:spPr>
        <a:xfrm rot="21551945">
          <a:off x="5791211" y="1334347"/>
          <a:ext cx="325736" cy="36917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shade val="90000"/>
                <a:hueOff val="98218"/>
                <a:satOff val="-3649"/>
                <a:lumOff val="11752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shade val="90000"/>
                <a:hueOff val="98218"/>
                <a:satOff val="-3649"/>
                <a:lumOff val="11752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shade val="90000"/>
                <a:hueOff val="98218"/>
                <a:satOff val="-3649"/>
                <a:lumOff val="11752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5791216" y="1408865"/>
        <a:ext cx="228015" cy="221503"/>
      </dsp:txXfrm>
    </dsp:sp>
    <dsp:sp modelId="{03DBEBD8-9DAB-A243-AB72-D2CE500A5D17}">
      <dsp:nvSpPr>
        <dsp:cNvPr id="0" name=""/>
        <dsp:cNvSpPr/>
      </dsp:nvSpPr>
      <dsp:spPr>
        <a:xfrm>
          <a:off x="6252129" y="429777"/>
          <a:ext cx="1488602" cy="214916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shade val="80000"/>
                <a:hueOff val="117810"/>
                <a:satOff val="-4487"/>
                <a:lumOff val="15623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shade val="80000"/>
                <a:hueOff val="117810"/>
                <a:satOff val="-4487"/>
                <a:lumOff val="15623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shade val="80000"/>
                <a:hueOff val="117810"/>
                <a:satOff val="-4487"/>
                <a:lumOff val="15623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[0, 0.9, 0.0005]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[0.9, 0, 0.9 ]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[0.0005, 0.9, 0]</a:t>
          </a:r>
        </a:p>
      </dsp:txBody>
      <dsp:txXfrm>
        <a:off x="6295729" y="473377"/>
        <a:ext cx="1401402" cy="2061969"/>
      </dsp:txXfrm>
    </dsp:sp>
    <dsp:sp modelId="{9175719C-58AE-4A45-B048-211DC1B96B5A}">
      <dsp:nvSpPr>
        <dsp:cNvPr id="0" name=""/>
        <dsp:cNvSpPr/>
      </dsp:nvSpPr>
      <dsp:spPr>
        <a:xfrm rot="48943">
          <a:off x="7884803" y="1334599"/>
          <a:ext cx="305493" cy="36917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shade val="90000"/>
                <a:hueOff val="147327"/>
                <a:satOff val="-5473"/>
                <a:lumOff val="17628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shade val="90000"/>
                <a:hueOff val="147327"/>
                <a:satOff val="-5473"/>
                <a:lumOff val="17628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shade val="90000"/>
                <a:hueOff val="147327"/>
                <a:satOff val="-5473"/>
                <a:lumOff val="17628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7884808" y="1407782"/>
        <a:ext cx="213845" cy="221503"/>
      </dsp:txXfrm>
    </dsp:sp>
    <dsp:sp modelId="{A1CF4FB7-3FC7-E04F-A177-A050F8481DF7}">
      <dsp:nvSpPr>
        <dsp:cNvPr id="0" name=""/>
        <dsp:cNvSpPr/>
      </dsp:nvSpPr>
      <dsp:spPr>
        <a:xfrm>
          <a:off x="8317077" y="459178"/>
          <a:ext cx="1488602" cy="214916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shade val="80000"/>
                <a:hueOff val="157080"/>
                <a:satOff val="-5982"/>
                <a:lumOff val="20831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shade val="80000"/>
                <a:hueOff val="157080"/>
                <a:satOff val="-5982"/>
                <a:lumOff val="20831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shade val="80000"/>
                <a:hueOff val="157080"/>
                <a:satOff val="-5982"/>
                <a:lumOff val="20831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rgbClr val="002060"/>
              </a:solidFill>
              <a:highlight>
                <a:srgbClr val="FFFF00"/>
              </a:highlight>
            </a:rPr>
            <a:t>[0,1,0,1,1,1,.…]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rgbClr val="002060"/>
              </a:solidFill>
              <a:highlight>
                <a:srgbClr val="FFFF00"/>
              </a:highlight>
            </a:rPr>
            <a:t>[0,1,0,1,1,0,…]</a:t>
          </a:r>
        </a:p>
      </dsp:txBody>
      <dsp:txXfrm>
        <a:off x="8360677" y="502778"/>
        <a:ext cx="1401402" cy="2061969"/>
      </dsp:txXfrm>
    </dsp:sp>
    <dsp:sp modelId="{A71FFB29-E92E-6342-98B8-DEB57CC76D5C}">
      <dsp:nvSpPr>
        <dsp:cNvPr id="0" name=""/>
        <dsp:cNvSpPr/>
      </dsp:nvSpPr>
      <dsp:spPr>
        <a:xfrm rot="21551945">
          <a:off x="9959298" y="1334347"/>
          <a:ext cx="325736" cy="36917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shade val="90000"/>
                <a:hueOff val="196436"/>
                <a:satOff val="-7297"/>
                <a:lumOff val="23504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shade val="90000"/>
                <a:hueOff val="196436"/>
                <a:satOff val="-7297"/>
                <a:lumOff val="23504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shade val="90000"/>
                <a:hueOff val="196436"/>
                <a:satOff val="-7297"/>
                <a:lumOff val="23504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9959303" y="1408865"/>
        <a:ext cx="228015" cy="221503"/>
      </dsp:txXfrm>
    </dsp:sp>
    <dsp:sp modelId="{729A00D2-1B97-804E-8511-DB97F9D3768B}">
      <dsp:nvSpPr>
        <dsp:cNvPr id="0" name=""/>
        <dsp:cNvSpPr/>
      </dsp:nvSpPr>
      <dsp:spPr>
        <a:xfrm>
          <a:off x="10420216" y="429777"/>
          <a:ext cx="1488602" cy="214916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shade val="80000"/>
                <a:hueOff val="196349"/>
                <a:satOff val="-7478"/>
                <a:lumOff val="26039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shade val="80000"/>
                <a:hueOff val="196349"/>
                <a:satOff val="-7478"/>
                <a:lumOff val="26039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shade val="80000"/>
                <a:hueOff val="196349"/>
                <a:satOff val="-7478"/>
                <a:lumOff val="26039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rgbClr val="002060"/>
              </a:solidFill>
              <a:highlight>
                <a:srgbClr val="FFFF00"/>
              </a:highlight>
            </a:rPr>
            <a:t>Nike shirt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rgbClr val="002060"/>
              </a:solidFill>
              <a:highlight>
                <a:srgbClr val="FFFF00"/>
              </a:highlight>
            </a:rPr>
            <a:t>Adidas shirt</a:t>
          </a:r>
        </a:p>
      </dsp:txBody>
      <dsp:txXfrm>
        <a:off x="10463816" y="473377"/>
        <a:ext cx="1401402" cy="20619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4/22/26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4/22/26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demo.fashion-shop.uk/" TargetMode="Externa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C02AC-337D-9009-0395-6328D9CA4B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779" y="477179"/>
            <a:ext cx="10739421" cy="1534502"/>
          </a:xfrm>
        </p:spPr>
        <p:txBody>
          <a:bodyPr>
            <a:normAutofit/>
          </a:bodyPr>
          <a:lstStyle/>
          <a:p>
            <a:r>
              <a:rPr lang="en-US" sz="4500" dirty="0"/>
              <a:t>Multi-Model Recommendation </a:t>
            </a:r>
            <a:r>
              <a:rPr lang="vi-VN" sz="4500" dirty="0"/>
              <a:t>S</a:t>
            </a:r>
            <a:r>
              <a:rPr lang="en-US" sz="4500" dirty="0" err="1"/>
              <a:t>ystems</a:t>
            </a:r>
            <a:r>
              <a:rPr lang="en-US" sz="4500" dirty="0"/>
              <a:t> In e-Commerce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D940A4-CB8B-F85D-285A-516F534EE7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2290476"/>
          </a:xfrm>
        </p:spPr>
        <p:txBody>
          <a:bodyPr/>
          <a:lstStyle/>
          <a:p>
            <a:pPr algn="r"/>
            <a:r>
              <a:rPr lang="en-US" dirty="0"/>
              <a:t>VU M H TRAN</a:t>
            </a:r>
          </a:p>
          <a:p>
            <a:pPr algn="r"/>
            <a:r>
              <a:rPr lang="en-US" dirty="0"/>
              <a:t>Arjun </a:t>
            </a:r>
            <a:r>
              <a:rPr lang="en-US" dirty="0" err="1"/>
              <a:t>kumar</a:t>
            </a:r>
            <a:r>
              <a:rPr lang="en-US" dirty="0"/>
              <a:t> </a:t>
            </a:r>
          </a:p>
          <a:p>
            <a:pPr algn="r"/>
            <a:r>
              <a:rPr lang="en-US" dirty="0"/>
              <a:t>Brandon Beck </a:t>
            </a:r>
          </a:p>
          <a:p>
            <a:pPr algn="r"/>
            <a:r>
              <a:rPr lang="en-US" dirty="0"/>
              <a:t>Blake Wilson 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0882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02933-BD0B-237B-428E-C74A06DD9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recommendation systems in E-commerce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99950-887F-2467-B00F-23BCF29DC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There are millions or even trillions of products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User don’t know what to choose </a:t>
            </a:r>
          </a:p>
          <a:p>
            <a:r>
              <a:rPr lang="en-US" dirty="0"/>
              <a:t>Recommendation Systems solve this problem by suggesting products that match user preferences </a:t>
            </a:r>
          </a:p>
          <a:p>
            <a:pPr lvl="1">
              <a:buFont typeface="Symbol" pitchFamily="2" charset="2"/>
              <a:buChar char="Þ"/>
            </a:pPr>
            <a:r>
              <a:rPr lang="en-US" dirty="0"/>
              <a:t>Improve user experience </a:t>
            </a:r>
          </a:p>
          <a:p>
            <a:pPr lvl="1">
              <a:buFont typeface="Symbol" pitchFamily="2" charset="2"/>
              <a:buChar char="Þ"/>
            </a:pPr>
            <a:r>
              <a:rPr lang="en-US" dirty="0"/>
              <a:t>Increases sales for the business 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4298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59811-F650-2064-14C1-93CBF16EB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2" y="1190599"/>
            <a:ext cx="9603275" cy="506121"/>
          </a:xfrm>
        </p:spPr>
        <p:txBody>
          <a:bodyPr>
            <a:normAutofit fontScale="90000"/>
          </a:bodyPr>
          <a:lstStyle/>
          <a:p>
            <a:r>
              <a:rPr lang="en-US" dirty="0"/>
              <a:t>SO What do our group do ?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B3612-F08F-AD4E-9FAE-A7FA6F9B6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362" y="1798320"/>
            <a:ext cx="9603275" cy="4425708"/>
          </a:xfrm>
        </p:spPr>
        <p:txBody>
          <a:bodyPr>
            <a:norm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Product Content-based Recommendation </a:t>
            </a:r>
          </a:p>
          <a:p>
            <a:pPr lvl="1"/>
            <a:r>
              <a:rPr lang="en-US" dirty="0"/>
              <a:t>K-nearest neighbors variances</a:t>
            </a:r>
          </a:p>
          <a:p>
            <a:pPr lvl="2"/>
            <a:r>
              <a:rPr lang="en-US" dirty="0"/>
              <a:t>KNN with numerical and categorical features model (1)</a:t>
            </a:r>
          </a:p>
          <a:p>
            <a:pPr lvl="2"/>
            <a:r>
              <a:rPr lang="en-US" dirty="0"/>
              <a:t>KNN with text features model (2)</a:t>
            </a:r>
          </a:p>
          <a:p>
            <a:pPr lvl="2"/>
            <a:r>
              <a:rPr lang="en-US" dirty="0"/>
              <a:t>KNN with a combined all features model (3)</a:t>
            </a:r>
          </a:p>
          <a:p>
            <a:r>
              <a:rPr lang="en-US" dirty="0">
                <a:highlight>
                  <a:srgbClr val="FFFF00"/>
                </a:highlight>
              </a:rPr>
              <a:t>User behavior-based Recommendation (AKA Collaborative Filtering )</a:t>
            </a:r>
          </a:p>
          <a:p>
            <a:pPr lvl="1"/>
            <a:r>
              <a:rPr lang="en-US" dirty="0"/>
              <a:t>Matrix Factorization Model (4)</a:t>
            </a:r>
          </a:p>
          <a:p>
            <a:pPr lvl="2"/>
            <a:r>
              <a:rPr lang="en-US" dirty="0"/>
              <a:t>Alternating Least Squares (ALS) Method </a:t>
            </a:r>
          </a:p>
          <a:p>
            <a:pPr lvl="1"/>
            <a:r>
              <a:rPr lang="en-US" dirty="0"/>
              <a:t>Light Graph Convolutional Neural Network (</a:t>
            </a:r>
            <a:r>
              <a:rPr lang="en-US" dirty="0" err="1"/>
              <a:t>LightGCN</a:t>
            </a:r>
            <a:r>
              <a:rPr lang="en-US" dirty="0"/>
              <a:t>) Model (5)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1651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D6A4F-6DC2-A50B-A634-6FD38C5DC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4324" y="1154359"/>
            <a:ext cx="10077856" cy="1056319"/>
          </a:xfrm>
        </p:spPr>
        <p:txBody>
          <a:bodyPr/>
          <a:lstStyle/>
          <a:p>
            <a:r>
              <a:rPr lang="en-US" dirty="0"/>
              <a:t>BUT…Why use two types of recommendation 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ED998-AEFA-5E2F-AC0C-0187522866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 content Based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B0819F-A0A1-675A-1A00-1EE379C323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331135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Model learns from </a:t>
            </a:r>
            <a:r>
              <a:rPr lang="en-US" dirty="0">
                <a:highlight>
                  <a:srgbClr val="FFFF00"/>
                </a:highlight>
              </a:rPr>
              <a:t>product’s features </a:t>
            </a:r>
            <a:r>
              <a:rPr lang="en-US" dirty="0"/>
              <a:t>(name, category, …) </a:t>
            </a:r>
          </a:p>
          <a:p>
            <a:pPr lvl="1">
              <a:buFont typeface="Symbol" pitchFamily="2" charset="2"/>
              <a:buChar char="Þ"/>
            </a:pPr>
            <a:r>
              <a:rPr lang="en-US" dirty="0"/>
              <a:t>Recommends based on </a:t>
            </a:r>
            <a:r>
              <a:rPr lang="en-US" dirty="0">
                <a:highlight>
                  <a:srgbClr val="FFFF00"/>
                </a:highlight>
              </a:rPr>
              <a:t>product features</a:t>
            </a:r>
          </a:p>
          <a:p>
            <a:pPr lvl="1">
              <a:buFont typeface="Symbol" pitchFamily="2" charset="2"/>
              <a:buChar char="Þ"/>
            </a:pPr>
            <a:r>
              <a:rPr lang="en-US" dirty="0"/>
              <a:t>Powerful when user is not logged in or has less interaction </a:t>
            </a:r>
          </a:p>
          <a:p>
            <a:r>
              <a:rPr lang="en-US" dirty="0"/>
              <a:t>Normally, under the product section</a:t>
            </a:r>
          </a:p>
          <a:p>
            <a:r>
              <a:rPr lang="en-US" dirty="0"/>
              <a:t>Trade off </a:t>
            </a:r>
          </a:p>
          <a:p>
            <a:pPr lvl="1">
              <a:buFont typeface="Symbol" pitchFamily="2" charset="2"/>
              <a:buChar char="Þ"/>
            </a:pPr>
            <a:r>
              <a:rPr lang="en-US" dirty="0"/>
              <a:t>Does not know user preferences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6A7AF5-EB82-8222-0A85-44EAB41644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Use Behavior Based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E9E5CF-E06D-C241-CFF8-53199C41BC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312210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Model learns from </a:t>
            </a:r>
            <a:r>
              <a:rPr lang="en-US" dirty="0">
                <a:highlight>
                  <a:srgbClr val="FFFF00"/>
                </a:highlight>
              </a:rPr>
              <a:t>user interaction </a:t>
            </a:r>
            <a:r>
              <a:rPr lang="en-US" dirty="0"/>
              <a:t>(click, add to cart,…)</a:t>
            </a:r>
          </a:p>
          <a:p>
            <a:pPr lvl="1">
              <a:buFont typeface="Symbol" pitchFamily="2" charset="2"/>
              <a:buChar char="Þ"/>
            </a:pPr>
            <a:r>
              <a:rPr lang="en-US" dirty="0"/>
              <a:t>Recommends based on </a:t>
            </a:r>
            <a:r>
              <a:rPr lang="en-US" dirty="0">
                <a:highlight>
                  <a:srgbClr val="FFFF00"/>
                </a:highlight>
              </a:rPr>
              <a:t>user interaction</a:t>
            </a:r>
          </a:p>
          <a:p>
            <a:pPr lvl="1">
              <a:buFont typeface="Symbol" pitchFamily="2" charset="2"/>
              <a:buChar char="Þ"/>
            </a:pPr>
            <a:r>
              <a:rPr lang="en-US" dirty="0"/>
              <a:t>Powerful when user has interacted to some few products </a:t>
            </a:r>
          </a:p>
          <a:p>
            <a:r>
              <a:rPr lang="en-US" dirty="0"/>
              <a:t>Normally, located at homepage</a:t>
            </a:r>
          </a:p>
          <a:p>
            <a:r>
              <a:rPr lang="en-US" dirty="0"/>
              <a:t>Trade off</a:t>
            </a:r>
          </a:p>
          <a:p>
            <a:pPr lvl="1">
              <a:buFont typeface="Symbol" pitchFamily="2" charset="2"/>
              <a:buChar char="Þ"/>
            </a:pPr>
            <a:r>
              <a:rPr lang="en-US" dirty="0"/>
              <a:t>Does not know product features explicitly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68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3EC72-4612-B60F-9A7C-19299AD98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Real Word Example FROM </a:t>
            </a:r>
            <a:r>
              <a:rPr lang="en-US" u="sng" dirty="0">
                <a:solidFill>
                  <a:srgbClr val="0070C0"/>
                </a:solidFill>
              </a:rPr>
              <a:t>AMAZON MARKETPLACE</a:t>
            </a:r>
            <a:br>
              <a:rPr lang="en-US" dirty="0">
                <a:solidFill>
                  <a:srgbClr val="0070C0"/>
                </a:solidFill>
              </a:rPr>
            </a:b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C8F07-642C-CF45-0CC5-D3889B602C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9873" y="2017343"/>
            <a:ext cx="4645152" cy="344859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PRODUCT CONTENT BASED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729688-BAC0-3E8B-8EA4-2FFE3E84F32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USER BEHAVIOR BASED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8B7B5E0-5626-53C6-5C73-92E6720A64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382" y="2637322"/>
            <a:ext cx="5727729" cy="3107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37F4D013-B66E-74EF-EEC0-B9CB71E3F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505988"/>
            <a:ext cx="5969784" cy="3239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5412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B2CAC-7260-8E1C-6C0E-37FB1AB80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start with data (I)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8A3A0-4D73-8050-278F-2785928E6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75092"/>
            <a:ext cx="9603275" cy="3450613"/>
          </a:xfrm>
        </p:spPr>
        <p:txBody>
          <a:bodyPr/>
          <a:lstStyle/>
          <a:p>
            <a:r>
              <a:rPr lang="en-US" dirty="0"/>
              <a:t>Data is collected from Vu’s e-commerce database </a:t>
            </a:r>
          </a:p>
          <a:p>
            <a:r>
              <a:rPr lang="en-US" dirty="0"/>
              <a:t>What is inside: </a:t>
            </a:r>
          </a:p>
          <a:p>
            <a:pPr lvl="1"/>
            <a:r>
              <a:rPr lang="en-US" b="1" dirty="0"/>
              <a:t>Product Dataset</a:t>
            </a:r>
          </a:p>
          <a:p>
            <a:pPr marL="914400" lvl="2" indent="0">
              <a:buNone/>
            </a:pPr>
            <a:r>
              <a:rPr lang="en-US" dirty="0"/>
              <a:t>=&gt; Using for Product content-based recommendation</a:t>
            </a:r>
          </a:p>
          <a:p>
            <a:pPr lvl="1"/>
            <a:r>
              <a:rPr lang="en-US" b="1" dirty="0"/>
              <a:t>User Interaction Dataset</a:t>
            </a:r>
          </a:p>
          <a:p>
            <a:pPr marL="914400" lvl="2" indent="0">
              <a:buNone/>
            </a:pPr>
            <a:r>
              <a:rPr lang="en-US" dirty="0"/>
              <a:t>=&gt; Using for user behavior-based recommendation</a:t>
            </a:r>
          </a:p>
        </p:txBody>
      </p:sp>
    </p:spTree>
    <p:extLst>
      <p:ext uri="{BB962C8B-B14F-4D97-AF65-F5344CB8AC3E}">
        <p14:creationId xmlns:p14="http://schemas.microsoft.com/office/powerpoint/2010/main" val="3560555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024CB-5E45-7B4F-9AC6-5D21B61FC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start with data (</a:t>
            </a:r>
            <a:r>
              <a:rPr lang="en-US" dirty="0" err="1"/>
              <a:t>Ii</a:t>
            </a:r>
            <a:r>
              <a:rPr lang="en-US" dirty="0"/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814C0F-AD9E-384F-25D8-2796BB86B0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41885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Product Dataset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F99FC7-7E5A-C655-E712-D2DB884E73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47191" y="2438401"/>
            <a:ext cx="4645152" cy="361543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244 Samples</a:t>
            </a:r>
          </a:p>
          <a:p>
            <a:r>
              <a:rPr lang="en-US" dirty="0"/>
              <a:t>Features:</a:t>
            </a:r>
          </a:p>
          <a:p>
            <a:pPr lvl="1"/>
            <a:r>
              <a:rPr lang="en-US" dirty="0"/>
              <a:t>Product id</a:t>
            </a:r>
          </a:p>
          <a:p>
            <a:pPr lvl="1"/>
            <a:r>
              <a:rPr lang="en-US" dirty="0"/>
              <a:t>Name </a:t>
            </a:r>
          </a:p>
          <a:p>
            <a:pPr lvl="1"/>
            <a:r>
              <a:rPr lang="en-US" dirty="0"/>
              <a:t>Category </a:t>
            </a:r>
          </a:p>
          <a:p>
            <a:pPr lvl="1"/>
            <a:r>
              <a:rPr lang="en-US" dirty="0"/>
              <a:t>Sub-category</a:t>
            </a:r>
          </a:p>
          <a:p>
            <a:pPr lvl="1"/>
            <a:r>
              <a:rPr lang="en-US" dirty="0"/>
              <a:t>Brand</a:t>
            </a:r>
          </a:p>
          <a:p>
            <a:pPr lvl="1"/>
            <a:r>
              <a:rPr lang="en-US" dirty="0"/>
              <a:t>Price</a:t>
            </a:r>
          </a:p>
          <a:p>
            <a:pPr lvl="1"/>
            <a:r>
              <a:rPr lang="en-US" dirty="0"/>
              <a:t>Short description </a:t>
            </a:r>
          </a:p>
          <a:p>
            <a:pPr lvl="1"/>
            <a:r>
              <a:rPr lang="en-US" dirty="0"/>
              <a:t>Long description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FEDFAD-894B-D508-A841-EBB71CB652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41539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User Interaction Dataset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B6CB7D-C122-BEF9-262C-B4EEF636C3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2362" y="2428537"/>
            <a:ext cx="4645152" cy="303032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10.000 samples </a:t>
            </a:r>
          </a:p>
          <a:p>
            <a:r>
              <a:rPr lang="en-US" dirty="0"/>
              <a:t>Features: </a:t>
            </a:r>
          </a:p>
          <a:p>
            <a:pPr lvl="1"/>
            <a:r>
              <a:rPr lang="en-US" dirty="0"/>
              <a:t>User id </a:t>
            </a:r>
          </a:p>
          <a:p>
            <a:pPr lvl="1"/>
            <a:r>
              <a:rPr lang="en-US" dirty="0"/>
              <a:t>Product id </a:t>
            </a:r>
          </a:p>
          <a:p>
            <a:pPr lvl="1"/>
            <a:r>
              <a:rPr lang="en-US" dirty="0"/>
              <a:t>Interaction</a:t>
            </a:r>
          </a:p>
          <a:p>
            <a:pPr lvl="2"/>
            <a:r>
              <a:rPr lang="en-US" dirty="0"/>
              <a:t>Add to cart </a:t>
            </a:r>
          </a:p>
          <a:p>
            <a:pPr lvl="2"/>
            <a:r>
              <a:rPr lang="en-US" dirty="0"/>
              <a:t>Add to Wishlist </a:t>
            </a:r>
          </a:p>
          <a:p>
            <a:pPr lvl="2"/>
            <a:r>
              <a:rPr lang="en-US" dirty="0"/>
              <a:t>Rating from 1 to 5 </a:t>
            </a:r>
          </a:p>
          <a:p>
            <a:pPr lvl="2"/>
            <a:r>
              <a:rPr lang="en-US" dirty="0"/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3152206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31E7F-5D72-1339-D7E8-62DDAC9AC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start with data (Iii)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B4823-61CD-F4C9-567D-FF3A6FBBA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 sample from Product Dataset: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98D9C7-87B9-9365-7130-AC93D709F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785" y="2723145"/>
            <a:ext cx="65278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005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50A5B-B09F-91CE-CF67-7A27C864F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84868-2938-ADAD-2355-9672293E7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start with data (IV)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BF696-9FF4-18F5-5C9B-03E8FA0C4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samples from User Interaction Dataset: 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CFC61E5-3ECE-EB67-15F7-4D3373EC5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464" y="2699637"/>
            <a:ext cx="4137498" cy="235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1517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F0E53-0E86-BC41-16C4-DEC53E2E0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8904" y="1833951"/>
            <a:ext cx="9135333" cy="1887950"/>
          </a:xfrm>
        </p:spPr>
        <p:txBody>
          <a:bodyPr/>
          <a:lstStyle/>
          <a:p>
            <a:r>
              <a:rPr lang="en-US" dirty="0"/>
              <a:t>Product Content-based Recommendation 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F771F5-7B97-6CAF-5CBE-F2F04616FF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2010945"/>
          </a:xfrm>
        </p:spPr>
        <p:txBody>
          <a:bodyPr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800" dirty="0"/>
              <a:t>Feature Engineering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Techniques Used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How recommendation work?  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734011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F5B8D-62CD-9C5A-E363-BC1271315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90E8B-3B83-E203-8C40-451060807B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2010878"/>
            <a:ext cx="4250987" cy="344859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KNN Variant 1 – Categorical KNN  </a:t>
            </a:r>
          </a:p>
          <a:p>
            <a:r>
              <a:rPr lang="en-US" dirty="0"/>
              <a:t>Category </a:t>
            </a:r>
          </a:p>
          <a:p>
            <a:r>
              <a:rPr lang="en-US" dirty="0"/>
              <a:t>Sub-category </a:t>
            </a:r>
          </a:p>
          <a:p>
            <a:r>
              <a:rPr lang="en-US" dirty="0"/>
              <a:t>Brand</a:t>
            </a:r>
          </a:p>
          <a:p>
            <a:r>
              <a:rPr lang="en-US" dirty="0"/>
              <a:t>Price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94EB4F-3F43-B82C-A05A-BC9F170AA0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28694" y="2010878"/>
            <a:ext cx="3990431" cy="344152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KNN Variant II – Text KNN</a:t>
            </a:r>
          </a:p>
          <a:p>
            <a:r>
              <a:rPr lang="en-US" dirty="0"/>
              <a:t>Name </a:t>
            </a:r>
          </a:p>
          <a:p>
            <a:r>
              <a:rPr lang="en-US" dirty="0"/>
              <a:t>Short Description</a:t>
            </a:r>
          </a:p>
          <a:p>
            <a:r>
              <a:rPr lang="en-US" dirty="0"/>
              <a:t>Long Description</a:t>
            </a:r>
          </a:p>
          <a:p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02580591-DEB5-4577-1B85-9784D729D03F}"/>
              </a:ext>
            </a:extLst>
          </p:cNvPr>
          <p:cNvSpPr txBox="1">
            <a:spLocks/>
          </p:cNvSpPr>
          <p:nvPr/>
        </p:nvSpPr>
        <p:spPr>
          <a:xfrm>
            <a:off x="8141325" y="2010878"/>
            <a:ext cx="3749330" cy="344152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KNN Variant III – Combined KNN</a:t>
            </a:r>
          </a:p>
          <a:p>
            <a:r>
              <a:rPr lang="en-US" dirty="0"/>
              <a:t>Name </a:t>
            </a:r>
          </a:p>
          <a:p>
            <a:r>
              <a:rPr lang="en-US" dirty="0"/>
              <a:t>Category</a:t>
            </a:r>
          </a:p>
          <a:p>
            <a:r>
              <a:rPr lang="en-US" dirty="0"/>
              <a:t>Sub-category</a:t>
            </a:r>
          </a:p>
          <a:p>
            <a:r>
              <a:rPr lang="en-US" dirty="0"/>
              <a:t>Brand</a:t>
            </a:r>
          </a:p>
          <a:p>
            <a:r>
              <a:rPr lang="en-US" dirty="0"/>
              <a:t>Price</a:t>
            </a:r>
          </a:p>
          <a:p>
            <a:r>
              <a:rPr lang="en-US" dirty="0"/>
              <a:t>Short Description</a:t>
            </a:r>
          </a:p>
          <a:p>
            <a:r>
              <a:rPr lang="en-US" dirty="0"/>
              <a:t>Long Description</a:t>
            </a:r>
          </a:p>
          <a:p>
            <a:endParaRPr lang="en-US" b="1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2246220-0587-2D45-19FB-E6EA235ABDC4}"/>
              </a:ext>
            </a:extLst>
          </p:cNvPr>
          <p:cNvCxnSpPr/>
          <p:nvPr/>
        </p:nvCxnSpPr>
        <p:spPr>
          <a:xfrm>
            <a:off x="4389840" y="2010878"/>
            <a:ext cx="0" cy="334464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2D372E7-5E9B-F675-F7A8-224C7B035CE2}"/>
              </a:ext>
            </a:extLst>
          </p:cNvPr>
          <p:cNvCxnSpPr/>
          <p:nvPr/>
        </p:nvCxnSpPr>
        <p:spPr>
          <a:xfrm>
            <a:off x="7963710" y="2010878"/>
            <a:ext cx="0" cy="334464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6970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BC00F-EC06-4A9F-7D68-831EFD917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E0F40-F4A0-1040-6C70-D4C7B674B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Techniques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99FFE2-5CE4-69BD-5D3E-EE0C8C670C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9429" y="2042963"/>
            <a:ext cx="4250987" cy="34485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KNN Variant 1 – Categorical KNN</a:t>
            </a:r>
          </a:p>
          <a:p>
            <a:pPr marL="0" indent="0">
              <a:buNone/>
            </a:pPr>
            <a:r>
              <a:rPr lang="en-US" dirty="0"/>
              <a:t>I. Preprocessing:   </a:t>
            </a:r>
          </a:p>
          <a:p>
            <a:pPr lvl="1"/>
            <a:r>
              <a:rPr lang="en-US" dirty="0"/>
              <a:t>Categorical Encode: </a:t>
            </a:r>
          </a:p>
          <a:p>
            <a:pPr lvl="2">
              <a:buFont typeface="Wingdings" pitchFamily="2" charset="2"/>
              <a:buChar char="q"/>
            </a:pPr>
            <a:r>
              <a:rPr lang="en-US" dirty="0"/>
              <a:t>One Hot Encoder</a:t>
            </a:r>
          </a:p>
          <a:p>
            <a:pPr lvl="1"/>
            <a:r>
              <a:rPr lang="en-US" dirty="0"/>
              <a:t>Distance Metric</a:t>
            </a:r>
          </a:p>
          <a:p>
            <a:pPr lvl="2">
              <a:buFont typeface="Wingdings" pitchFamily="2" charset="2"/>
              <a:buChar char="q"/>
            </a:pPr>
            <a:r>
              <a:rPr lang="en-US" dirty="0"/>
              <a:t>Euclidean </a:t>
            </a:r>
          </a:p>
          <a:p>
            <a:pPr marL="0" indent="0">
              <a:buNone/>
            </a:pPr>
            <a:r>
              <a:rPr lang="en-US" dirty="0"/>
              <a:t>II. Model:</a:t>
            </a:r>
          </a:p>
          <a:p>
            <a:pPr lvl="1"/>
            <a:r>
              <a:rPr lang="en-US" dirty="0"/>
              <a:t>KNN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F2EF55-D3EE-B0F5-ADE0-CC37EAB75B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90416" y="2050038"/>
            <a:ext cx="3990431" cy="3441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KNN Variant 2 – Text KNN</a:t>
            </a:r>
          </a:p>
          <a:p>
            <a:pPr marL="0" indent="0">
              <a:buNone/>
            </a:pPr>
            <a:r>
              <a:rPr lang="en-US" dirty="0"/>
              <a:t>I. Preprocessing:</a:t>
            </a:r>
          </a:p>
          <a:p>
            <a:pPr lvl="1"/>
            <a:r>
              <a:rPr lang="en-US" dirty="0"/>
              <a:t>Natural Language Process:</a:t>
            </a:r>
          </a:p>
          <a:p>
            <a:pPr lvl="2">
              <a:buFont typeface="Wingdings" pitchFamily="2" charset="2"/>
              <a:buChar char="q"/>
            </a:pPr>
            <a:r>
              <a:rPr lang="en-US" dirty="0"/>
              <a:t>TFIDF </a:t>
            </a:r>
          </a:p>
          <a:p>
            <a:pPr lvl="1"/>
            <a:r>
              <a:rPr lang="en-US" dirty="0"/>
              <a:t>Distance Metric</a:t>
            </a:r>
          </a:p>
          <a:p>
            <a:pPr lvl="2">
              <a:buFont typeface="Wingdings" pitchFamily="2" charset="2"/>
              <a:buChar char="q"/>
            </a:pPr>
            <a:r>
              <a:rPr lang="en-US" dirty="0"/>
              <a:t>Cosine Similarity</a:t>
            </a:r>
          </a:p>
          <a:p>
            <a:pPr marL="0" indent="0">
              <a:buNone/>
            </a:pPr>
            <a:r>
              <a:rPr lang="en-US" dirty="0"/>
              <a:t>II. Model:</a:t>
            </a:r>
          </a:p>
          <a:p>
            <a:pPr lvl="1"/>
            <a:r>
              <a:rPr lang="en-US" dirty="0"/>
              <a:t>KNN </a:t>
            </a:r>
          </a:p>
          <a:p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54F20B9-303D-67E2-292C-5293FCCB1DAB}"/>
              </a:ext>
            </a:extLst>
          </p:cNvPr>
          <p:cNvSpPr txBox="1">
            <a:spLocks/>
          </p:cNvSpPr>
          <p:nvPr/>
        </p:nvSpPr>
        <p:spPr>
          <a:xfrm>
            <a:off x="8136717" y="2069493"/>
            <a:ext cx="3749330" cy="344152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KNN Variant 3 – Combined KNN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I. Preprocessing:</a:t>
            </a:r>
          </a:p>
          <a:p>
            <a:pPr lvl="1"/>
            <a:r>
              <a:rPr lang="en-US" dirty="0"/>
              <a:t>Categorical Encode:</a:t>
            </a:r>
          </a:p>
          <a:p>
            <a:pPr lvl="2">
              <a:buFont typeface="Wingdings" pitchFamily="2" charset="2"/>
              <a:buChar char="q"/>
            </a:pPr>
            <a:r>
              <a:rPr lang="en-US" dirty="0"/>
              <a:t>One Hot Encoder </a:t>
            </a:r>
          </a:p>
          <a:p>
            <a:pPr lvl="1"/>
            <a:r>
              <a:rPr lang="en-US" dirty="0"/>
              <a:t>Natural Language Process: </a:t>
            </a:r>
          </a:p>
          <a:p>
            <a:pPr lvl="2">
              <a:buFont typeface="Wingdings" pitchFamily="2" charset="2"/>
              <a:buChar char="q"/>
            </a:pPr>
            <a:r>
              <a:rPr lang="en-US" dirty="0"/>
              <a:t>TFIDF</a:t>
            </a:r>
          </a:p>
          <a:p>
            <a:pPr lvl="1"/>
            <a:r>
              <a:rPr lang="en-US" dirty="0"/>
              <a:t>Distance Metric:</a:t>
            </a:r>
          </a:p>
          <a:p>
            <a:pPr lvl="2">
              <a:buFont typeface="Wingdings" pitchFamily="2" charset="2"/>
              <a:buChar char="q"/>
            </a:pPr>
            <a:r>
              <a:rPr lang="en-US" dirty="0"/>
              <a:t>Cosine Similarity</a:t>
            </a:r>
          </a:p>
          <a:p>
            <a:pPr marL="0" indent="0">
              <a:buNone/>
            </a:pPr>
            <a:r>
              <a:rPr lang="en-US" dirty="0"/>
              <a:t>II. Model:</a:t>
            </a:r>
          </a:p>
          <a:p>
            <a:pPr lvl="1"/>
            <a:r>
              <a:rPr lang="en-US" dirty="0"/>
              <a:t>KNN</a:t>
            </a:r>
          </a:p>
          <a:p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7577E3C-EC7F-EE58-E5F4-985300F95ACD}"/>
              </a:ext>
            </a:extLst>
          </p:cNvPr>
          <p:cNvCxnSpPr/>
          <p:nvPr/>
        </p:nvCxnSpPr>
        <p:spPr>
          <a:xfrm>
            <a:off x="4390416" y="2050038"/>
            <a:ext cx="0" cy="334464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6AB6E0D-C8BD-51DD-CAFF-D5DE8FC62829}"/>
              </a:ext>
            </a:extLst>
          </p:cNvPr>
          <p:cNvCxnSpPr/>
          <p:nvPr/>
        </p:nvCxnSpPr>
        <p:spPr>
          <a:xfrm>
            <a:off x="7953982" y="1966857"/>
            <a:ext cx="0" cy="334464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8535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C910D-87AB-3520-0D8F-7783F0FF2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HOW Recommendation Works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9572C19-A603-931D-978F-A7CC6BDFD1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6502176"/>
              </p:ext>
            </p:extLst>
          </p:nvPr>
        </p:nvGraphicFramePr>
        <p:xfrm>
          <a:off x="176176" y="1422988"/>
          <a:ext cx="11839647" cy="23540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C689380A-873A-7040-B5C1-E0F2613652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3270107"/>
              </p:ext>
            </p:extLst>
          </p:nvPr>
        </p:nvGraphicFramePr>
        <p:xfrm>
          <a:off x="176176" y="3132306"/>
          <a:ext cx="11908819" cy="3008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5448920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87DBD-0379-A823-4BAE-291F07E95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For Visualization !!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B7A0AA-1233-FF37-8800-3B47150030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can visit the website anytime at: 	</a:t>
            </a:r>
            <a:r>
              <a:rPr lang="en-US" dirty="0">
                <a:solidFill>
                  <a:srgbClr val="0070C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demo.fashion-shop.uk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21951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C6354-D5A0-3D47-3F6B-EB4A1E920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1019" y="2785719"/>
            <a:ext cx="9603275" cy="1049235"/>
          </a:xfrm>
        </p:spPr>
        <p:txBody>
          <a:bodyPr/>
          <a:lstStyle/>
          <a:p>
            <a:r>
              <a:rPr lang="en-US" dirty="0"/>
              <a:t>THANK YOU FOR YOUR TIME !  </a:t>
            </a:r>
          </a:p>
        </p:txBody>
      </p:sp>
    </p:spTree>
    <p:extLst>
      <p:ext uri="{BB962C8B-B14F-4D97-AF65-F5344CB8AC3E}">
        <p14:creationId xmlns:p14="http://schemas.microsoft.com/office/powerpoint/2010/main" val="1335762333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1267</TotalTime>
  <Words>636</Words>
  <Application>Microsoft Macintosh PowerPoint</Application>
  <PresentationFormat>Widescreen</PresentationFormat>
  <Paragraphs>150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Gill Sans MT</vt:lpstr>
      <vt:lpstr>Symbol</vt:lpstr>
      <vt:lpstr>Wingdings</vt:lpstr>
      <vt:lpstr>Gallery</vt:lpstr>
      <vt:lpstr>Multi-Model Recommendation Systems In e-Commerce </vt:lpstr>
      <vt:lpstr>Why do we need recommendation systems in E-commerce ?</vt:lpstr>
      <vt:lpstr>SO What do our group do ?  </vt:lpstr>
      <vt:lpstr>BUT…Why use two types of recommendation ?</vt:lpstr>
      <vt:lpstr>Real Word Example FROM AMAZON MARKETPLACE </vt:lpstr>
      <vt:lpstr>Let’s start with data (I)</vt:lpstr>
      <vt:lpstr>Let’s start with data (Ii)</vt:lpstr>
      <vt:lpstr>Let’s start with data (Iii)</vt:lpstr>
      <vt:lpstr>Let’s start with data (IV)</vt:lpstr>
      <vt:lpstr>Product Content-based Recommendation  </vt:lpstr>
      <vt:lpstr>1. Feature Engineering</vt:lpstr>
      <vt:lpstr>2. Techniques Used</vt:lpstr>
      <vt:lpstr>3. HOW Recommendation Works</vt:lpstr>
      <vt:lpstr>Time For Visualization !! </vt:lpstr>
      <vt:lpstr>THANK YOU FOR YOUR TIME !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Tran, Vu My Hoang</dc:creator>
  <cp:lastModifiedBy>Tran, Vu My Hoang</cp:lastModifiedBy>
  <cp:revision>13</cp:revision>
  <dcterms:created xsi:type="dcterms:W3CDTF">2026-04-21T18:07:27Z</dcterms:created>
  <dcterms:modified xsi:type="dcterms:W3CDTF">2026-04-22T15:17:53Z</dcterms:modified>
</cp:coreProperties>
</file>